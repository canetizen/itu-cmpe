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Lst>
  <p:notesMasterIdLst>
    <p:notesMasterId r:id="rId15"/>
  </p:notesMasterIdLst>
  <p:sldIdLst>
    <p:sldId id="256" r:id="rId2"/>
    <p:sldId id="269" r:id="rId3"/>
    <p:sldId id="270" r:id="rId4"/>
    <p:sldId id="271" r:id="rId5"/>
    <p:sldId id="272" r:id="rId6"/>
    <p:sldId id="273" r:id="rId7"/>
    <p:sldId id="274" r:id="rId8"/>
    <p:sldId id="275" r:id="rId9"/>
    <p:sldId id="276" r:id="rId10"/>
    <p:sldId id="277" r:id="rId11"/>
    <p:sldId id="278" r:id="rId12"/>
    <p:sldId id="279" r:id="rId13"/>
    <p:sldId id="268" r:id="rId14"/>
  </p:sldIdLst>
  <p:sldSz cx="12192000" cy="6858000"/>
  <p:notesSz cx="6858000" cy="9144000"/>
  <p:embeddedFontLst>
    <p:embeddedFont>
      <p:font typeface="Play" panose="020B0604020202020204" charset="0"/>
      <p:regular r:id="rId16"/>
      <p:bold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55" autoAdjust="0"/>
    <p:restoredTop sz="79848" autoAdjust="0"/>
  </p:normalViewPr>
  <p:slideViewPr>
    <p:cSldViewPr snapToGrid="0">
      <p:cViewPr varScale="1">
        <p:scale>
          <a:sx n="127" d="100"/>
          <a:sy n="127" d="100"/>
        </p:scale>
        <p:origin x="1836" y="12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stafa Can Çalışkan" userId="93d707d895a7d3b6" providerId="LiveId" clId="{812645DE-AC7E-40A8-A04A-1256D90DBF59}"/>
    <pc:docChg chg="modSld">
      <pc:chgData name="Mustafa Can Çalışkan" userId="93d707d895a7d3b6" providerId="LiveId" clId="{812645DE-AC7E-40A8-A04A-1256D90DBF59}" dt="2026-03-09T19:00:03.124" v="137" actId="20577"/>
      <pc:docMkLst>
        <pc:docMk/>
      </pc:docMkLst>
      <pc:sldChg chg="modNotesTx">
        <pc:chgData name="Mustafa Can Çalışkan" userId="93d707d895a7d3b6" providerId="LiveId" clId="{812645DE-AC7E-40A8-A04A-1256D90DBF59}" dt="2026-03-09T18:57:17.201" v="0"/>
        <pc:sldMkLst>
          <pc:docMk/>
          <pc:sldMk cId="0" sldId="256"/>
        </pc:sldMkLst>
      </pc:sldChg>
      <pc:sldChg chg="modNotesTx">
        <pc:chgData name="Mustafa Can Çalışkan" userId="93d707d895a7d3b6" providerId="LiveId" clId="{812645DE-AC7E-40A8-A04A-1256D90DBF59}" dt="2026-03-09T18:57:23.487" v="1"/>
        <pc:sldMkLst>
          <pc:docMk/>
          <pc:sldMk cId="0" sldId="257"/>
        </pc:sldMkLst>
      </pc:sldChg>
      <pc:sldChg chg="modNotesTx">
        <pc:chgData name="Mustafa Can Çalışkan" userId="93d707d895a7d3b6" providerId="LiveId" clId="{812645DE-AC7E-40A8-A04A-1256D90DBF59}" dt="2026-03-09T18:57:29.423" v="2"/>
        <pc:sldMkLst>
          <pc:docMk/>
          <pc:sldMk cId="0" sldId="258"/>
        </pc:sldMkLst>
      </pc:sldChg>
      <pc:sldChg chg="modNotesTx">
        <pc:chgData name="Mustafa Can Çalışkan" userId="93d707d895a7d3b6" providerId="LiveId" clId="{812645DE-AC7E-40A8-A04A-1256D90DBF59}" dt="2026-03-09T18:57:38.157" v="3"/>
        <pc:sldMkLst>
          <pc:docMk/>
          <pc:sldMk cId="0" sldId="259"/>
        </pc:sldMkLst>
      </pc:sldChg>
      <pc:sldChg chg="modNotesTx">
        <pc:chgData name="Mustafa Can Çalışkan" userId="93d707d895a7d3b6" providerId="LiveId" clId="{812645DE-AC7E-40A8-A04A-1256D90DBF59}" dt="2026-03-09T18:57:44.845" v="4"/>
        <pc:sldMkLst>
          <pc:docMk/>
          <pc:sldMk cId="0" sldId="260"/>
        </pc:sldMkLst>
      </pc:sldChg>
      <pc:sldChg chg="modNotesTx">
        <pc:chgData name="Mustafa Can Çalışkan" userId="93d707d895a7d3b6" providerId="LiveId" clId="{812645DE-AC7E-40A8-A04A-1256D90DBF59}" dt="2026-03-09T18:57:52.181" v="5"/>
        <pc:sldMkLst>
          <pc:docMk/>
          <pc:sldMk cId="0" sldId="261"/>
        </pc:sldMkLst>
      </pc:sldChg>
      <pc:sldChg chg="modNotesTx">
        <pc:chgData name="Mustafa Can Çalışkan" userId="93d707d895a7d3b6" providerId="LiveId" clId="{812645DE-AC7E-40A8-A04A-1256D90DBF59}" dt="2026-03-09T18:57:59.651" v="6"/>
        <pc:sldMkLst>
          <pc:docMk/>
          <pc:sldMk cId="0" sldId="262"/>
        </pc:sldMkLst>
      </pc:sldChg>
      <pc:sldChg chg="modNotesTx">
        <pc:chgData name="Mustafa Can Çalışkan" userId="93d707d895a7d3b6" providerId="LiveId" clId="{812645DE-AC7E-40A8-A04A-1256D90DBF59}" dt="2026-03-09T18:58:08.821" v="7"/>
        <pc:sldMkLst>
          <pc:docMk/>
          <pc:sldMk cId="0" sldId="263"/>
        </pc:sldMkLst>
      </pc:sldChg>
      <pc:sldChg chg="modNotesTx">
        <pc:chgData name="Mustafa Can Çalışkan" userId="93d707d895a7d3b6" providerId="LiveId" clId="{812645DE-AC7E-40A8-A04A-1256D90DBF59}" dt="2026-03-09T18:58:15.907" v="8"/>
        <pc:sldMkLst>
          <pc:docMk/>
          <pc:sldMk cId="0" sldId="264"/>
        </pc:sldMkLst>
      </pc:sldChg>
      <pc:sldChg chg="modNotesTx">
        <pc:chgData name="Mustafa Can Çalışkan" userId="93d707d895a7d3b6" providerId="LiveId" clId="{812645DE-AC7E-40A8-A04A-1256D90DBF59}" dt="2026-03-09T19:00:03.124" v="137" actId="20577"/>
        <pc:sldMkLst>
          <pc:docMk/>
          <pc:sldMk cId="0" sldId="265"/>
        </pc:sldMkLst>
      </pc:sldChg>
      <pc:sldChg chg="modNotesTx">
        <pc:chgData name="Mustafa Can Çalışkan" userId="93d707d895a7d3b6" providerId="LiveId" clId="{812645DE-AC7E-40A8-A04A-1256D90DBF59}" dt="2026-03-09T18:58:33.179" v="10"/>
        <pc:sldMkLst>
          <pc:docMk/>
          <pc:sldMk cId="0" sldId="266"/>
        </pc:sldMkLst>
      </pc:sldChg>
      <pc:sldChg chg="modNotesTx">
        <pc:chgData name="Mustafa Can Çalışkan" userId="93d707d895a7d3b6" providerId="LiveId" clId="{812645DE-AC7E-40A8-A04A-1256D90DBF59}" dt="2026-03-09T18:58:38.866" v="11"/>
        <pc:sldMkLst>
          <pc:docMk/>
          <pc:sldMk cId="0" sldId="2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“Hello everyone. Today I will present a paper called </a:t>
            </a:r>
            <a:r>
              <a:rPr lang="en-US" i="1" dirty="0"/>
              <a:t>Chat, Tap, Scan, Pay, and Repeat: WeChat Pay’s Continuous Usage Intention Through the S-O-R Model</a:t>
            </a:r>
            <a:r>
              <a:rPr lang="en-US" dirty="0"/>
              <a:t>. The paper studies why people keep using a social-media-based payment system over time. I chose to present it from both a user behavior and a security perspective, because in financial information systems, long-term usage depends not only on convenience, but also on trust, privacy, and risk perception. In this talk, I will explain the problem, the research model, the main findings, and the paper’s strengths and limitations.”</a:t>
            </a:r>
            <a:endParaRPr dirty="0"/>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“This topic matters because mobile payment is no longer a niche technology. It is part of everyday financial life. Platforms like WeChat are especially interesting because they are not only payment tools. They are also communication and social platforms. This is why people often call them ‘super-apps,’ meaning one app that combines many services. From a security perspective, continuous use is very important. A user may try a system once, but staying with it is harder. Continued use usually depends on whether users feel value, trust the system, and believe their information is protected.”</a:t>
            </a:r>
            <a:endParaRPr dirty="0"/>
          </a:p>
        </p:txBody>
      </p:sp>
      <p:sp>
        <p:nvSpPr>
          <p:cNvPr id="149" name="Google Shape;14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265277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“WeChat Pay is an interesting case because it is built into a social platform. Users do not only pay; they also chat, connect, and interact inside the same ecosystem. The paper focuses on Malaysian consumers, which makes the study more specific and easier to discuss. The context is also unusual because WeChat Pay was becoming less prominent in Malaysia. So the key question is not only why people adopt the system, but why they want to keep using it. This difference is important. ‘Continuance intention’ simply means the intention to continue using a system in the future.”</a:t>
            </a:r>
            <a:endParaRPr dirty="0"/>
          </a:p>
        </p:txBody>
      </p:sp>
      <p:sp>
        <p:nvSpPr>
          <p:cNvPr id="149" name="Google Shape;14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393140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“When we look at earlier studies, we see a clear pattern. Most research on mobile payment focused on practical benefits such as convenience, usefulness, speed, and ease of use. These are important, but they do not explain the whole picture. In social-payment systems, users may also care about social benefits, such as feeling connected, approved, or supported by others. The paper argues that this side has received less attention. It also says that many studies focus on first-time adoption, while continued use after adoption is still not fully understood.”</a:t>
            </a:r>
            <a:endParaRPr dirty="0"/>
          </a:p>
        </p:txBody>
      </p:sp>
      <p:sp>
        <p:nvSpPr>
          <p:cNvPr id="149" name="Google Shape;14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221636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“The paper is based on the S-O-R model, which stands for Stimulus, Organism, and Response. This model is simple but useful. ‘Stimulus’ means external factors, such as platform features or interactions. ‘Organism’ refers to the user’s internal state, like evaluation, feelings, or perception. ‘Response’ is the final behavior. In this study, the idea is that features of WeChat and user interactions affect how people think and feel, and these internal reactions then influence whether they continue using WeChat Pay. So the model gives us a structured way to explain user behavior.”</a:t>
            </a:r>
            <a:endParaRPr dirty="0"/>
          </a:p>
        </p:txBody>
      </p:sp>
      <p:sp>
        <p:nvSpPr>
          <p:cNvPr id="149" name="Google Shape;14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875903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“This figure shows the full research model. On the left side, we see the main stimuli: WeChat interactivity and consumer-to-consumer interaction. Interactivity means how well the platform supports communication and real-time exchange. Consumer-to-consumer interaction means users interacting with each other. In the middle, we see the internal factors: perceived functional value, perceived social value, risk of information exposure, and behavioral engagement. On the right side, the final response is continuance intention. The paper also tests two moderators, personal innovativeness and personal anxiety. A moderator is a variable that can change the strength of another relationship.”</a:t>
            </a:r>
            <a:endParaRPr dirty="0"/>
          </a:p>
        </p:txBody>
      </p:sp>
      <p:sp>
        <p:nvSpPr>
          <p:cNvPr id="149" name="Google Shape;14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152013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“To test the model, the authors used a quantitative survey. They collected data from 407 Malaysian consumers who had experience with WeChat Pay. The study is cross-sectional, which means the data was collected at one period of time, not over several years. For the analysis, the authors used PLS-SEM. This is a statistical method that allows researchers to test many relationships in one model at the same time. They also used moderation testing to see whether innovativeness and anxiety change the main relationships in the model.”</a:t>
            </a:r>
            <a:endParaRPr dirty="0"/>
          </a:p>
        </p:txBody>
      </p:sp>
      <p:sp>
        <p:nvSpPr>
          <p:cNvPr id="149" name="Google Shape;14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781982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“As we can see in this figure, the model should be read from left to right, from </a:t>
            </a:r>
            <a:r>
              <a:rPr lang="en-US" i="1" dirty="0"/>
              <a:t>stimulus</a:t>
            </a:r>
            <a:r>
              <a:rPr lang="en-US" dirty="0"/>
              <a:t> to </a:t>
            </a:r>
            <a:r>
              <a:rPr lang="en-US" i="1" dirty="0"/>
              <a:t>organism</a:t>
            </a:r>
            <a:r>
              <a:rPr lang="en-US" dirty="0"/>
              <a:t> to </a:t>
            </a:r>
            <a:r>
              <a:rPr lang="en-US" i="1" dirty="0"/>
              <a:t>response</a:t>
            </a:r>
            <a:r>
              <a:rPr lang="en-US" dirty="0"/>
              <a:t>. On the left side, the two main stimuli are </a:t>
            </a:r>
            <a:r>
              <a:rPr lang="en-US" b="1" dirty="0"/>
              <a:t>WeChat interactivity</a:t>
            </a:r>
            <a:r>
              <a:rPr lang="en-US" dirty="0"/>
              <a:t> and </a:t>
            </a:r>
            <a:r>
              <a:rPr lang="en-US" b="1" dirty="0"/>
              <a:t>consumer-to-consumer interaction</a:t>
            </a:r>
            <a:r>
              <a:rPr lang="en-US" dirty="0"/>
              <a:t>. In the middle, we see the internal factors, especially </a:t>
            </a:r>
            <a:r>
              <a:rPr lang="en-US" b="1" dirty="0"/>
              <a:t>perceived functional value</a:t>
            </a:r>
            <a:r>
              <a:rPr lang="en-US" dirty="0"/>
              <a:t>, </a:t>
            </a:r>
            <a:r>
              <a:rPr lang="en-US" b="1" dirty="0"/>
              <a:t>perceived social value</a:t>
            </a:r>
            <a:r>
              <a:rPr lang="en-US" dirty="0"/>
              <a:t>, and </a:t>
            </a:r>
            <a:r>
              <a:rPr lang="en-US" b="1" dirty="0"/>
              <a:t>behavioral engagement</a:t>
            </a:r>
            <a:r>
              <a:rPr lang="en-US" dirty="0"/>
              <a:t>. On the right side, the final outcome is </a:t>
            </a:r>
            <a:r>
              <a:rPr lang="en-US" b="1" dirty="0"/>
              <a:t>continuance intention</a:t>
            </a:r>
            <a:r>
              <a:rPr lang="en-US" dirty="0"/>
              <a:t>.</a:t>
            </a:r>
          </a:p>
          <a:p>
            <a:r>
              <a:rPr lang="en-US" dirty="0"/>
              <a:t>The highlighted supported paths show the main story of the paper. First, </a:t>
            </a:r>
            <a:r>
              <a:rPr lang="en-US" b="1" dirty="0"/>
              <a:t>WeChat interactivity</a:t>
            </a:r>
            <a:r>
              <a:rPr lang="en-US" dirty="0"/>
              <a:t> positively affects both </a:t>
            </a:r>
            <a:r>
              <a:rPr lang="en-US" b="1" dirty="0"/>
              <a:t>perceived functional value</a:t>
            </a:r>
            <a:r>
              <a:rPr lang="en-US" dirty="0"/>
              <a:t> and </a:t>
            </a:r>
            <a:r>
              <a:rPr lang="en-US" b="1" dirty="0"/>
              <a:t>perceived social value</a:t>
            </a:r>
            <a:r>
              <a:rPr lang="en-US" dirty="0"/>
              <a:t>. This means that when the platform feels more interactive, users see more practical and social benefits in it. Second, </a:t>
            </a:r>
            <a:r>
              <a:rPr lang="en-US" b="1" dirty="0"/>
              <a:t>consumer-to-consumer interaction</a:t>
            </a:r>
            <a:r>
              <a:rPr lang="en-US" dirty="0"/>
              <a:t> also positively affects these two value dimensions. So, communication between users adds both useful value and social value.</a:t>
            </a:r>
          </a:p>
          <a:p>
            <a:r>
              <a:rPr lang="en-US" dirty="0"/>
              <a:t>Then, if we move one step to the right, we see that both </a:t>
            </a:r>
            <a:r>
              <a:rPr lang="en-US" b="1" dirty="0"/>
              <a:t>functional value</a:t>
            </a:r>
            <a:r>
              <a:rPr lang="en-US" dirty="0"/>
              <a:t> and </a:t>
            </a:r>
            <a:r>
              <a:rPr lang="en-US" b="1" dirty="0"/>
              <a:t>social value</a:t>
            </a:r>
            <a:r>
              <a:rPr lang="en-US" dirty="0"/>
              <a:t> significantly increase </a:t>
            </a:r>
            <a:r>
              <a:rPr lang="en-US" b="1" dirty="0"/>
              <a:t>WeChat-enabled behavioral engagement</a:t>
            </a:r>
            <a:r>
              <a:rPr lang="en-US" dirty="0"/>
              <a:t>. In other words, when users feel that WeChat Pay is useful and socially valuable, they become more actively involved with the platform. Finally, the strongest supported path in the figure is </a:t>
            </a:r>
            <a:r>
              <a:rPr lang="en-US" b="1" dirty="0"/>
              <a:t>from behavioral engagement to continuance intention</a:t>
            </a:r>
            <a:r>
              <a:rPr lang="en-US" dirty="0"/>
              <a:t>. This tells us that engagement is the key mechanism connecting user perceptions to long-term usage.</a:t>
            </a:r>
          </a:p>
          <a:p>
            <a:r>
              <a:rPr lang="en-US" dirty="0"/>
              <a:t>So overall, this figure shows that the main driver of continued use is not a single feature, but a chain: </a:t>
            </a:r>
            <a:r>
              <a:rPr lang="en-US" b="1" dirty="0"/>
              <a:t>interactivity leads to value, value leads to engagement, and engagement leads to continuance intention</a:t>
            </a:r>
            <a:r>
              <a:rPr lang="en-US" dirty="0"/>
              <a:t>.”</a:t>
            </a:r>
          </a:p>
        </p:txBody>
      </p:sp>
      <p:sp>
        <p:nvSpPr>
          <p:cNvPr id="149" name="Google Shape;14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63418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“This table shows the moderation test results. In other words, it asks whether personal traits like innovativeness and anxiety change the strength of the relationships in the model. H12a and H12b test the role of personal innovativeness, and H13 tests the role of personal anxiety.</a:t>
            </a:r>
          </a:p>
          <a:p>
            <a:r>
              <a:rPr lang="en-US" dirty="0"/>
              <a:t>If we look at the table, we can see that all three hypotheses were rejected. So none of these moderation effects were statistically significant. This means that being more innovative or more anxious did not meaningfully change how value or risk influenced behavioral engagement.</a:t>
            </a:r>
          </a:p>
          <a:p>
            <a:r>
              <a:rPr lang="en-US" dirty="0"/>
              <a:t>This is surprising, because in financial technology we often expect personal traits to matter more. But here, the data suggests that these traits were not strong enough to change the core pattern of the model.”</a:t>
            </a:r>
          </a:p>
        </p:txBody>
      </p:sp>
      <p:sp>
        <p:nvSpPr>
          <p:cNvPr id="149" name="Google Shape;14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084660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“This paper makes several useful contributions. First, it applies the S-O-R model to a social-media payment context, which is more complex than a standard payment app. Second, it gives more attention to social value. This is important because users do not only stay for practical reasons. They may also stay because of connection, approval, and social experience. Third, the paper studies value and risk together in one model. Finally, it shows that engagement is the main mechanism that links user perception to continued use. So the paper adds both theoretical and practical value.”</a:t>
            </a:r>
            <a:endParaRPr dirty="0"/>
          </a:p>
        </p:txBody>
      </p:sp>
      <p:sp>
        <p:nvSpPr>
          <p:cNvPr id="149" name="Google Shape;14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142034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“This slide is important, especially for our class. The paper is useful, but it also has limitations. First, the sample is limited to Malaysian users, so the findings may not generalize everywhere. Second, the study uses self-reported survey data, which means it measures what users say, not what they actually do. Third, the security side is mostly about perceived information exposure risk. This is not the same as real security analysis, such as authentication strength, fraud resistance, or cryptographic protection. Also, there is a point that deserves critical reading: the paper discusses the 2024 discontinuation context, but the survey data was collected earlier, in 2023.”</a:t>
            </a:r>
            <a:endParaRPr dirty="0"/>
          </a:p>
        </p:txBody>
      </p:sp>
      <p:sp>
        <p:nvSpPr>
          <p:cNvPr id="149" name="Google Shape;14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045508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“To conclude, this paper shows that continued use of WeChat Pay was mainly explained by perceived value and behavioral engagement. Both functional value and social value mattered, which means users cared not only about usefulness, but also about social experience. At the same time, perceived information exposure risk was weaker than we might expect. For me, the main lesson for our course is this: in financial information systems, user behavior is shaped by both security perception and platform value. But perceived security and actual security are not always the same, and that difference is very important.”</a:t>
            </a:r>
            <a:endParaRPr dirty="0"/>
          </a:p>
        </p:txBody>
      </p:sp>
      <p:sp>
        <p:nvSpPr>
          <p:cNvPr id="149" name="Google Shape;14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38462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222" name="Google Shape;222;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11"/>
        <p:cNvGrpSpPr/>
        <p:nvPr/>
      </p:nvGrpSpPr>
      <p:grpSpPr>
        <a:xfrm>
          <a:off x="0" y="0"/>
          <a:ext cx="0" cy="0"/>
          <a:chOff x="0" y="0"/>
          <a:chExt cx="0" cy="0"/>
        </a:xfrm>
      </p:grpSpPr>
      <p:pic>
        <p:nvPicPr>
          <p:cNvPr id="12" name="Google Shape;12;p2" descr="Celestia-R1---OverlayTitleHD.png"/>
          <p:cNvPicPr preferRelativeResize="0"/>
          <p:nvPr/>
        </p:nvPicPr>
        <p:blipFill rotWithShape="1">
          <a:blip r:embed="rId3">
            <a:alphaModFix/>
          </a:blip>
          <a:srcRect/>
          <a:stretch/>
        </p:blipFill>
        <p:spPr>
          <a:xfrm>
            <a:off x="0" y="0"/>
            <a:ext cx="12188825" cy="6856214"/>
          </a:xfrm>
          <a:prstGeom prst="rect">
            <a:avLst/>
          </a:prstGeom>
          <a:noFill/>
          <a:ln>
            <a:noFill/>
          </a:ln>
        </p:spPr>
      </p:pic>
      <p:sp>
        <p:nvSpPr>
          <p:cNvPr id="13" name="Google Shape;13;p2"/>
          <p:cNvSpPr txBox="1">
            <a:spLocks noGrp="1"/>
          </p:cNvSpPr>
          <p:nvPr>
            <p:ph type="ctrTitle"/>
          </p:nvPr>
        </p:nvSpPr>
        <p:spPr>
          <a:xfrm>
            <a:off x="3962399" y="1964267"/>
            <a:ext cx="7197726" cy="2421464"/>
          </a:xfrm>
          <a:prstGeom prst="rect">
            <a:avLst/>
          </a:prstGeom>
          <a:noFill/>
          <a:ln>
            <a:noFill/>
          </a:ln>
        </p:spPr>
        <p:txBody>
          <a:bodyPr spcFirstLastPara="1" wrap="square" lIns="91425" tIns="45700" rIns="91425" bIns="45700" anchor="b" anchorCtr="0">
            <a:normAutofit/>
          </a:bodyPr>
          <a:lstStyle>
            <a:lvl1pPr lvl="0" algn="r">
              <a:lnSpc>
                <a:spcPct val="100000"/>
              </a:lnSpc>
              <a:spcBef>
                <a:spcPts val="0"/>
              </a:spcBef>
              <a:spcAft>
                <a:spcPts val="0"/>
              </a:spcAft>
              <a:buClr>
                <a:schemeClr val="lt1"/>
              </a:buClr>
              <a:buSzPts val="4800"/>
              <a:buFont typeface="Calibri"/>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2"/>
          <p:cNvSpPr txBox="1">
            <a:spLocks noGrp="1"/>
          </p:cNvSpPr>
          <p:nvPr>
            <p:ph type="subTitle" idx="1"/>
          </p:nvPr>
        </p:nvSpPr>
        <p:spPr>
          <a:xfrm>
            <a:off x="3962399" y="4385732"/>
            <a:ext cx="7197726" cy="1405467"/>
          </a:xfrm>
          <a:prstGeom prst="rect">
            <a:avLst/>
          </a:prstGeom>
          <a:noFill/>
          <a:ln>
            <a:noFill/>
          </a:ln>
        </p:spPr>
        <p:txBody>
          <a:bodyPr spcFirstLastPara="1" wrap="square" lIns="91425" tIns="45700" rIns="91425" bIns="45700" anchor="t" anchorCtr="0">
            <a:normAutofit/>
          </a:bodyPr>
          <a:lstStyle>
            <a:lvl1pPr lvl="0" algn="r">
              <a:lnSpc>
                <a:spcPct val="100000"/>
              </a:lnSpc>
              <a:spcBef>
                <a:spcPts val="0"/>
              </a:spcBef>
              <a:spcAft>
                <a:spcPts val="0"/>
              </a:spcAft>
              <a:buSzPts val="1800"/>
              <a:buNone/>
              <a:defRPr sz="1800" cap="none">
                <a:solidFill>
                  <a:schemeClr val="lt1"/>
                </a:solidFill>
              </a:defRPr>
            </a:lvl1pPr>
            <a:lvl2pPr lvl="1" algn="ctr">
              <a:lnSpc>
                <a:spcPct val="100000"/>
              </a:lnSpc>
              <a:spcBef>
                <a:spcPts val="1000"/>
              </a:spcBef>
              <a:spcAft>
                <a:spcPts val="0"/>
              </a:spcAft>
              <a:buSzPts val="1600"/>
              <a:buNone/>
              <a:defRPr>
                <a:solidFill>
                  <a:schemeClr val="lt1"/>
                </a:solidFill>
              </a:defRPr>
            </a:lvl2pPr>
            <a:lvl3pPr lvl="2" algn="ctr">
              <a:lnSpc>
                <a:spcPct val="100000"/>
              </a:lnSpc>
              <a:spcBef>
                <a:spcPts val="1000"/>
              </a:spcBef>
              <a:spcAft>
                <a:spcPts val="0"/>
              </a:spcAft>
              <a:buSzPts val="1400"/>
              <a:buNone/>
              <a:defRPr>
                <a:solidFill>
                  <a:schemeClr val="lt1"/>
                </a:solidFill>
              </a:defRPr>
            </a:lvl3pPr>
            <a:lvl4pPr lvl="3" algn="ctr">
              <a:lnSpc>
                <a:spcPct val="100000"/>
              </a:lnSpc>
              <a:spcBef>
                <a:spcPts val="1000"/>
              </a:spcBef>
              <a:spcAft>
                <a:spcPts val="0"/>
              </a:spcAft>
              <a:buSzPts val="1200"/>
              <a:buNone/>
              <a:defRPr>
                <a:solidFill>
                  <a:schemeClr val="lt1"/>
                </a:solidFill>
              </a:defRPr>
            </a:lvl4pPr>
            <a:lvl5pPr lvl="4" algn="ctr">
              <a:lnSpc>
                <a:spcPct val="100000"/>
              </a:lnSpc>
              <a:spcBef>
                <a:spcPts val="1000"/>
              </a:spcBef>
              <a:spcAft>
                <a:spcPts val="0"/>
              </a:spcAft>
              <a:buSzPts val="1200"/>
              <a:buNone/>
              <a:defRPr>
                <a:solidFill>
                  <a:schemeClr val="lt1"/>
                </a:solidFill>
              </a:defRPr>
            </a:lvl5pPr>
            <a:lvl6pPr lvl="5" algn="ctr">
              <a:lnSpc>
                <a:spcPct val="100000"/>
              </a:lnSpc>
              <a:spcBef>
                <a:spcPts val="1000"/>
              </a:spcBef>
              <a:spcAft>
                <a:spcPts val="0"/>
              </a:spcAft>
              <a:buSzPts val="1200"/>
              <a:buNone/>
              <a:defRPr>
                <a:solidFill>
                  <a:schemeClr val="lt1"/>
                </a:solidFill>
              </a:defRPr>
            </a:lvl6pPr>
            <a:lvl7pPr lvl="6" algn="ctr">
              <a:lnSpc>
                <a:spcPct val="100000"/>
              </a:lnSpc>
              <a:spcBef>
                <a:spcPts val="1000"/>
              </a:spcBef>
              <a:spcAft>
                <a:spcPts val="0"/>
              </a:spcAft>
              <a:buSzPts val="1200"/>
              <a:buNone/>
              <a:defRPr>
                <a:solidFill>
                  <a:schemeClr val="lt1"/>
                </a:solidFill>
              </a:defRPr>
            </a:lvl7pPr>
            <a:lvl8pPr lvl="7" algn="ctr">
              <a:lnSpc>
                <a:spcPct val="100000"/>
              </a:lnSpc>
              <a:spcBef>
                <a:spcPts val="1000"/>
              </a:spcBef>
              <a:spcAft>
                <a:spcPts val="0"/>
              </a:spcAft>
              <a:buSzPts val="1200"/>
              <a:buNone/>
              <a:defRPr>
                <a:solidFill>
                  <a:schemeClr val="lt1"/>
                </a:solidFill>
              </a:defRPr>
            </a:lvl8pPr>
            <a:lvl9pPr lvl="8" algn="ctr">
              <a:lnSpc>
                <a:spcPct val="100000"/>
              </a:lnSpc>
              <a:spcBef>
                <a:spcPts val="1000"/>
              </a:spcBef>
              <a:spcAft>
                <a:spcPts val="1000"/>
              </a:spcAft>
              <a:buSzPts val="1200"/>
              <a:buNone/>
              <a:defRPr>
                <a:solidFill>
                  <a:schemeClr val="lt1"/>
                </a:solidFill>
              </a:defRPr>
            </a:lvl9pPr>
          </a:lstStyle>
          <a:p>
            <a:endParaRPr/>
          </a:p>
        </p:txBody>
      </p:sp>
      <p:sp>
        <p:nvSpPr>
          <p:cNvPr id="15" name="Google Shape;15;p2"/>
          <p:cNvSpPr txBox="1">
            <a:spLocks noGrp="1"/>
          </p:cNvSpPr>
          <p:nvPr>
            <p:ph type="dt" idx="10"/>
          </p:nvPr>
        </p:nvSpPr>
        <p:spPr>
          <a:xfrm>
            <a:off x="8932558" y="5870575"/>
            <a:ext cx="1600200" cy="3778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ftr" idx="11"/>
          </p:nvPr>
        </p:nvSpPr>
        <p:spPr>
          <a:xfrm>
            <a:off x="3962399" y="5870575"/>
            <a:ext cx="4893958" cy="3778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ldNum" idx="12"/>
          </p:nvPr>
        </p:nvSpPr>
        <p:spPr>
          <a:xfrm>
            <a:off x="10608958" y="5870575"/>
            <a:ext cx="551167" cy="3778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pic>
        <p:nvPicPr>
          <p:cNvPr id="19" name="Google Shape;19;p3"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20" name="Google Shape;20;p3"/>
          <p:cNvSpPr txBox="1">
            <a:spLocks noGrp="1"/>
          </p:cNvSpPr>
          <p:nvPr>
            <p:ph type="title"/>
          </p:nvPr>
        </p:nvSpPr>
        <p:spPr>
          <a:xfrm>
            <a:off x="685801" y="609600"/>
            <a:ext cx="10131425" cy="1456267"/>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685801" y="2142067"/>
            <a:ext cx="10131425" cy="3649133"/>
          </a:xfrm>
          <a:prstGeom prst="rect">
            <a:avLst/>
          </a:prstGeom>
          <a:noFill/>
          <a:ln>
            <a:noFill/>
          </a:ln>
        </p:spPr>
        <p:txBody>
          <a:bodyPr spcFirstLastPara="1" wrap="square" lIns="91425" tIns="45700" rIns="91425" bIns="45700" anchor="ctr" anchorCtr="0">
            <a:normAutofit/>
          </a:bodyPr>
          <a:lstStyle>
            <a:lvl1pPr marL="457200" lvl="0" indent="-342900" algn="l">
              <a:lnSpc>
                <a:spcPct val="100000"/>
              </a:lnSpc>
              <a:spcBef>
                <a:spcPts val="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1000"/>
              </a:spcAft>
              <a:buSzPts val="1800"/>
              <a:buChar char="•"/>
              <a:defRPr/>
            </a:lvl9pPr>
          </a:lstStyle>
          <a:p>
            <a:endParaRPr/>
          </a:p>
        </p:txBody>
      </p:sp>
      <p:sp>
        <p:nvSpPr>
          <p:cNvPr id="22" name="Google Shape;22;p3"/>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pic>
        <p:nvPicPr>
          <p:cNvPr id="26" name="Google Shape;26;p4"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27" name="Google Shape;27;p4"/>
          <p:cNvSpPr txBox="1">
            <a:spLocks noGrp="1"/>
          </p:cNvSpPr>
          <p:nvPr>
            <p:ph type="title"/>
          </p:nvPr>
        </p:nvSpPr>
        <p:spPr>
          <a:xfrm>
            <a:off x="685800" y="3308581"/>
            <a:ext cx="10131427" cy="1468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4000"/>
              <a:buFont typeface="Calibri"/>
              <a:buNone/>
              <a:defRPr sz="40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
          <p:cNvSpPr txBox="1">
            <a:spLocks noGrp="1"/>
          </p:cNvSpPr>
          <p:nvPr>
            <p:ph type="body" idx="1"/>
          </p:nvPr>
        </p:nvSpPr>
        <p:spPr>
          <a:xfrm>
            <a:off x="685799" y="4777381"/>
            <a:ext cx="10131428" cy="8604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0"/>
              </a:spcBef>
              <a:spcAft>
                <a:spcPts val="0"/>
              </a:spcAft>
              <a:buSzPts val="2000"/>
              <a:buNone/>
              <a:defRPr sz="2000" cap="none">
                <a:solidFill>
                  <a:schemeClr val="lt1"/>
                </a:solidFill>
              </a:defRPr>
            </a:lvl1pPr>
            <a:lvl2pPr marL="914400" lvl="1" indent="-228600" algn="l">
              <a:lnSpc>
                <a:spcPct val="100000"/>
              </a:lnSpc>
              <a:spcBef>
                <a:spcPts val="1000"/>
              </a:spcBef>
              <a:spcAft>
                <a:spcPts val="0"/>
              </a:spcAft>
              <a:buSzPts val="1800"/>
              <a:buNone/>
              <a:defRPr sz="1800">
                <a:solidFill>
                  <a:schemeClr val="lt1"/>
                </a:solidFill>
              </a:defRPr>
            </a:lvl2pPr>
            <a:lvl3pPr marL="1371600" lvl="2" indent="-228600" algn="l">
              <a:lnSpc>
                <a:spcPct val="100000"/>
              </a:lnSpc>
              <a:spcBef>
                <a:spcPts val="1000"/>
              </a:spcBef>
              <a:spcAft>
                <a:spcPts val="0"/>
              </a:spcAft>
              <a:buSzPts val="1600"/>
              <a:buNone/>
              <a:defRPr sz="1600">
                <a:solidFill>
                  <a:schemeClr val="lt1"/>
                </a:solidFill>
              </a:defRPr>
            </a:lvl3pPr>
            <a:lvl4pPr marL="1828800" lvl="3" indent="-228600" algn="l">
              <a:lnSpc>
                <a:spcPct val="100000"/>
              </a:lnSpc>
              <a:spcBef>
                <a:spcPts val="1000"/>
              </a:spcBef>
              <a:spcAft>
                <a:spcPts val="0"/>
              </a:spcAft>
              <a:buSzPts val="1400"/>
              <a:buNone/>
              <a:defRPr sz="1400">
                <a:solidFill>
                  <a:schemeClr val="lt1"/>
                </a:solidFill>
              </a:defRPr>
            </a:lvl4pPr>
            <a:lvl5pPr marL="2286000" lvl="4" indent="-228600" algn="l">
              <a:lnSpc>
                <a:spcPct val="100000"/>
              </a:lnSpc>
              <a:spcBef>
                <a:spcPts val="1000"/>
              </a:spcBef>
              <a:spcAft>
                <a:spcPts val="0"/>
              </a:spcAft>
              <a:buSzPts val="1400"/>
              <a:buNone/>
              <a:defRPr sz="1400">
                <a:solidFill>
                  <a:schemeClr val="lt1"/>
                </a:solidFill>
              </a:defRPr>
            </a:lvl5pPr>
            <a:lvl6pPr marL="2743200" lvl="5" indent="-228600" algn="l">
              <a:lnSpc>
                <a:spcPct val="100000"/>
              </a:lnSpc>
              <a:spcBef>
                <a:spcPts val="1000"/>
              </a:spcBef>
              <a:spcAft>
                <a:spcPts val="0"/>
              </a:spcAft>
              <a:buSzPts val="1400"/>
              <a:buNone/>
              <a:defRPr sz="1400">
                <a:solidFill>
                  <a:schemeClr val="lt1"/>
                </a:solidFill>
              </a:defRPr>
            </a:lvl6pPr>
            <a:lvl7pPr marL="3200400" lvl="6" indent="-228600" algn="l">
              <a:lnSpc>
                <a:spcPct val="100000"/>
              </a:lnSpc>
              <a:spcBef>
                <a:spcPts val="1000"/>
              </a:spcBef>
              <a:spcAft>
                <a:spcPts val="0"/>
              </a:spcAft>
              <a:buSzPts val="1400"/>
              <a:buNone/>
              <a:defRPr sz="1400">
                <a:solidFill>
                  <a:schemeClr val="lt1"/>
                </a:solidFill>
              </a:defRPr>
            </a:lvl7pPr>
            <a:lvl8pPr marL="3657600" lvl="7" indent="-228600" algn="l">
              <a:lnSpc>
                <a:spcPct val="100000"/>
              </a:lnSpc>
              <a:spcBef>
                <a:spcPts val="1000"/>
              </a:spcBef>
              <a:spcAft>
                <a:spcPts val="0"/>
              </a:spcAft>
              <a:buSzPts val="1400"/>
              <a:buNone/>
              <a:defRPr sz="1400">
                <a:solidFill>
                  <a:schemeClr val="lt1"/>
                </a:solidFill>
              </a:defRPr>
            </a:lvl8pPr>
            <a:lvl9pPr marL="4114800" lvl="8" indent="-228600" algn="l">
              <a:lnSpc>
                <a:spcPct val="100000"/>
              </a:lnSpc>
              <a:spcBef>
                <a:spcPts val="1000"/>
              </a:spcBef>
              <a:spcAft>
                <a:spcPts val="1000"/>
              </a:spcAft>
              <a:buSzPts val="1400"/>
              <a:buNone/>
              <a:defRPr sz="1400">
                <a:solidFill>
                  <a:schemeClr val="lt1"/>
                </a:solidFill>
              </a:defRPr>
            </a:lvl9pPr>
          </a:lstStyle>
          <a:p>
            <a:endParaRPr/>
          </a:p>
        </p:txBody>
      </p:sp>
      <p:sp>
        <p:nvSpPr>
          <p:cNvPr id="29" name="Google Shape;29;p4"/>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pic>
        <p:nvPicPr>
          <p:cNvPr id="33" name="Google Shape;33;p5"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34" name="Google Shape;34;p5"/>
          <p:cNvSpPr txBox="1">
            <a:spLocks noGrp="1"/>
          </p:cNvSpPr>
          <p:nvPr>
            <p:ph type="title"/>
          </p:nvPr>
        </p:nvSpPr>
        <p:spPr>
          <a:xfrm>
            <a:off x="685801" y="609600"/>
            <a:ext cx="10131425" cy="1456267"/>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685802" y="2142067"/>
            <a:ext cx="4995334" cy="3649134"/>
          </a:xfrm>
          <a:prstGeom prst="rect">
            <a:avLst/>
          </a:prstGeom>
          <a:noFill/>
          <a:ln>
            <a:noFill/>
          </a:ln>
        </p:spPr>
        <p:txBody>
          <a:bodyPr spcFirstLastPara="1" wrap="square" lIns="91425" tIns="45700" rIns="91425" bIns="45700" anchor="ctr" anchorCtr="0">
            <a:normAutofit/>
          </a:bodyPr>
          <a:lstStyle>
            <a:lvl1pPr marL="457200" lvl="0" indent="-342900" algn="l">
              <a:lnSpc>
                <a:spcPct val="100000"/>
              </a:lnSpc>
              <a:spcBef>
                <a:spcPts val="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1000"/>
              </a:spcAft>
              <a:buSzPts val="1800"/>
              <a:buChar char="•"/>
              <a:defRPr/>
            </a:lvl9pPr>
          </a:lstStyle>
          <a:p>
            <a:endParaRPr/>
          </a:p>
        </p:txBody>
      </p:sp>
      <p:sp>
        <p:nvSpPr>
          <p:cNvPr id="36" name="Google Shape;36;p5"/>
          <p:cNvSpPr txBox="1">
            <a:spLocks noGrp="1"/>
          </p:cNvSpPr>
          <p:nvPr>
            <p:ph type="body" idx="2"/>
          </p:nvPr>
        </p:nvSpPr>
        <p:spPr>
          <a:xfrm>
            <a:off x="5821895" y="2142067"/>
            <a:ext cx="4995332" cy="3649133"/>
          </a:xfrm>
          <a:prstGeom prst="rect">
            <a:avLst/>
          </a:prstGeom>
          <a:noFill/>
          <a:ln>
            <a:noFill/>
          </a:ln>
        </p:spPr>
        <p:txBody>
          <a:bodyPr spcFirstLastPara="1" wrap="square" lIns="91425" tIns="45700" rIns="91425" bIns="45700" anchor="ctr" anchorCtr="0">
            <a:normAutofit/>
          </a:bodyPr>
          <a:lstStyle>
            <a:lvl1pPr marL="457200" lvl="0" indent="-342900" algn="l">
              <a:lnSpc>
                <a:spcPct val="100000"/>
              </a:lnSpc>
              <a:spcBef>
                <a:spcPts val="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1000"/>
              </a:spcAft>
              <a:buSzPts val="1800"/>
              <a:buChar char="•"/>
              <a:defRPr/>
            </a:lvl9pPr>
          </a:lstStyle>
          <a:p>
            <a:endParaRPr/>
          </a:p>
        </p:txBody>
      </p:sp>
      <p:sp>
        <p:nvSpPr>
          <p:cNvPr id="37" name="Google Shape;37;p5"/>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685801" y="609600"/>
            <a:ext cx="10131425" cy="1456267"/>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36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973670" y="2218267"/>
            <a:ext cx="4709054" cy="5762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0"/>
              </a:spcBef>
              <a:spcAft>
                <a:spcPts val="0"/>
              </a:spcAft>
              <a:buSzPts val="2800"/>
              <a:buNone/>
              <a:defRPr sz="2800" b="0"/>
            </a:lvl1pPr>
            <a:lvl2pPr marL="914400" lvl="1" indent="-228600" algn="l">
              <a:lnSpc>
                <a:spcPct val="100000"/>
              </a:lnSpc>
              <a:spcBef>
                <a:spcPts val="1000"/>
              </a:spcBef>
              <a:spcAft>
                <a:spcPts val="0"/>
              </a:spcAft>
              <a:buSzPts val="2000"/>
              <a:buNone/>
              <a:defRPr sz="20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1000"/>
              </a:spcAft>
              <a:buSzPts val="1600"/>
              <a:buNone/>
              <a:defRPr sz="1600" b="1"/>
            </a:lvl9pPr>
          </a:lstStyle>
          <a:p>
            <a:endParaRPr/>
          </a:p>
        </p:txBody>
      </p:sp>
      <p:sp>
        <p:nvSpPr>
          <p:cNvPr id="43" name="Google Shape;43;p6"/>
          <p:cNvSpPr txBox="1">
            <a:spLocks noGrp="1"/>
          </p:cNvSpPr>
          <p:nvPr>
            <p:ph type="body" idx="2"/>
          </p:nvPr>
        </p:nvSpPr>
        <p:spPr>
          <a:xfrm>
            <a:off x="685801" y="2870201"/>
            <a:ext cx="4996923" cy="2920998"/>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1000"/>
              </a:spcAft>
              <a:buSzPts val="1800"/>
              <a:buChar char="•"/>
              <a:defRPr/>
            </a:lvl9pPr>
          </a:lstStyle>
          <a:p>
            <a:endParaRPr/>
          </a:p>
        </p:txBody>
      </p:sp>
      <p:sp>
        <p:nvSpPr>
          <p:cNvPr id="44" name="Google Shape;44;p6"/>
          <p:cNvSpPr txBox="1">
            <a:spLocks noGrp="1"/>
          </p:cNvSpPr>
          <p:nvPr>
            <p:ph type="body" idx="3"/>
          </p:nvPr>
        </p:nvSpPr>
        <p:spPr>
          <a:xfrm>
            <a:off x="6096003" y="2226734"/>
            <a:ext cx="4722813" cy="5762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0"/>
              </a:spcBef>
              <a:spcAft>
                <a:spcPts val="0"/>
              </a:spcAft>
              <a:buSzPts val="2800"/>
              <a:buNone/>
              <a:defRPr sz="2800" b="0"/>
            </a:lvl1pPr>
            <a:lvl2pPr marL="914400" lvl="1" indent="-228600" algn="l">
              <a:lnSpc>
                <a:spcPct val="100000"/>
              </a:lnSpc>
              <a:spcBef>
                <a:spcPts val="1000"/>
              </a:spcBef>
              <a:spcAft>
                <a:spcPts val="0"/>
              </a:spcAft>
              <a:buSzPts val="2000"/>
              <a:buNone/>
              <a:defRPr sz="20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1000"/>
              </a:spcAft>
              <a:buSzPts val="1600"/>
              <a:buNone/>
              <a:defRPr sz="1600" b="1"/>
            </a:lvl9pPr>
          </a:lstStyle>
          <a:p>
            <a:endParaRPr/>
          </a:p>
        </p:txBody>
      </p:sp>
      <p:sp>
        <p:nvSpPr>
          <p:cNvPr id="45" name="Google Shape;45;p6"/>
          <p:cNvSpPr txBox="1">
            <a:spLocks noGrp="1"/>
          </p:cNvSpPr>
          <p:nvPr>
            <p:ph type="body" idx="4"/>
          </p:nvPr>
        </p:nvSpPr>
        <p:spPr>
          <a:xfrm>
            <a:off x="5823483" y="2870201"/>
            <a:ext cx="4995334" cy="2920998"/>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1000"/>
              </a:spcAft>
              <a:buSzPts val="1800"/>
              <a:buChar char="•"/>
              <a:defRPr/>
            </a:lvl9pPr>
          </a:lstStyle>
          <a:p>
            <a:endParaRPr/>
          </a:p>
        </p:txBody>
      </p:sp>
      <p:sp>
        <p:nvSpPr>
          <p:cNvPr id="46" name="Google Shape;46;p6"/>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pic>
        <p:nvPicPr>
          <p:cNvPr id="50" name="Google Shape;50;p7"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51" name="Google Shape;51;p7"/>
          <p:cNvSpPr txBox="1">
            <a:spLocks noGrp="1"/>
          </p:cNvSpPr>
          <p:nvPr>
            <p:ph type="title"/>
          </p:nvPr>
        </p:nvSpPr>
        <p:spPr>
          <a:xfrm>
            <a:off x="685801" y="609600"/>
            <a:ext cx="10131425" cy="1456267"/>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7"/>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pic>
        <p:nvPicPr>
          <p:cNvPr id="56" name="Google Shape;56;p8"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57" name="Google Shape;57;p8"/>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pic>
        <p:nvPicPr>
          <p:cNvPr id="61" name="Google Shape;61;p9"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62" name="Google Shape;62;p9"/>
          <p:cNvSpPr txBox="1">
            <a:spLocks noGrp="1"/>
          </p:cNvSpPr>
          <p:nvPr>
            <p:ph type="title"/>
          </p:nvPr>
        </p:nvSpPr>
        <p:spPr>
          <a:xfrm>
            <a:off x="685800" y="2074333"/>
            <a:ext cx="3680885"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2400"/>
              <a:buFont typeface="Calibri"/>
              <a:buNone/>
              <a:defRPr sz="24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body" idx="1"/>
          </p:nvPr>
        </p:nvSpPr>
        <p:spPr>
          <a:xfrm>
            <a:off x="4648201" y="609601"/>
            <a:ext cx="6169026" cy="5181600"/>
          </a:xfrm>
          <a:prstGeom prst="rect">
            <a:avLst/>
          </a:prstGeom>
          <a:noFill/>
          <a:ln>
            <a:noFill/>
          </a:ln>
        </p:spPr>
        <p:txBody>
          <a:bodyPr spcFirstLastPara="1" wrap="square" lIns="91425" tIns="45700" rIns="91425" bIns="45700" anchor="ctr" anchorCtr="0">
            <a:normAutofit/>
          </a:bodyPr>
          <a:lstStyle>
            <a:lvl1pPr marL="457200" lvl="0" indent="-342900" algn="l">
              <a:lnSpc>
                <a:spcPct val="100000"/>
              </a:lnSpc>
              <a:spcBef>
                <a:spcPts val="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1000"/>
              </a:spcAft>
              <a:buSzPts val="1800"/>
              <a:buChar char="•"/>
              <a:defRPr/>
            </a:lvl9pPr>
          </a:lstStyle>
          <a:p>
            <a:endParaRPr/>
          </a:p>
        </p:txBody>
      </p:sp>
      <p:sp>
        <p:nvSpPr>
          <p:cNvPr id="64" name="Google Shape;64;p9"/>
          <p:cNvSpPr txBox="1">
            <a:spLocks noGrp="1"/>
          </p:cNvSpPr>
          <p:nvPr>
            <p:ph type="body" idx="2"/>
          </p:nvPr>
        </p:nvSpPr>
        <p:spPr>
          <a:xfrm>
            <a:off x="685800" y="3445933"/>
            <a:ext cx="3680885" cy="18288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0"/>
              </a:spcBef>
              <a:spcAft>
                <a:spcPts val="0"/>
              </a:spcAft>
              <a:buSzPts val="1600"/>
              <a:buNone/>
              <a:defRPr sz="1600"/>
            </a:lvl1pPr>
            <a:lvl2pPr marL="914400" lvl="1" indent="-228600" algn="l">
              <a:lnSpc>
                <a:spcPct val="100000"/>
              </a:lnSpc>
              <a:spcBef>
                <a:spcPts val="1000"/>
              </a:spcBef>
              <a:spcAft>
                <a:spcPts val="0"/>
              </a:spcAft>
              <a:buSzPts val="1200"/>
              <a:buNone/>
              <a:defRPr sz="1200"/>
            </a:lvl2pPr>
            <a:lvl3pPr marL="1371600" lvl="2" indent="-228600" algn="l">
              <a:lnSpc>
                <a:spcPct val="100000"/>
              </a:lnSpc>
              <a:spcBef>
                <a:spcPts val="1000"/>
              </a:spcBef>
              <a:spcAft>
                <a:spcPts val="0"/>
              </a:spcAft>
              <a:buSzPts val="1000"/>
              <a:buNone/>
              <a:defRPr sz="1000"/>
            </a:lvl3pPr>
            <a:lvl4pPr marL="1828800" lvl="3" indent="-228600" algn="l">
              <a:lnSpc>
                <a:spcPct val="100000"/>
              </a:lnSpc>
              <a:spcBef>
                <a:spcPts val="1000"/>
              </a:spcBef>
              <a:spcAft>
                <a:spcPts val="0"/>
              </a:spcAft>
              <a:buSzPts val="900"/>
              <a:buNone/>
              <a:defRPr sz="900"/>
            </a:lvl4pPr>
            <a:lvl5pPr marL="2286000" lvl="4" indent="-228600" algn="l">
              <a:lnSpc>
                <a:spcPct val="100000"/>
              </a:lnSpc>
              <a:spcBef>
                <a:spcPts val="1000"/>
              </a:spcBef>
              <a:spcAft>
                <a:spcPts val="0"/>
              </a:spcAft>
              <a:buSzPts val="900"/>
              <a:buNone/>
              <a:defRPr sz="900"/>
            </a:lvl5pPr>
            <a:lvl6pPr marL="2743200" lvl="5" indent="-228600" algn="l">
              <a:lnSpc>
                <a:spcPct val="100000"/>
              </a:lnSpc>
              <a:spcBef>
                <a:spcPts val="1000"/>
              </a:spcBef>
              <a:spcAft>
                <a:spcPts val="0"/>
              </a:spcAft>
              <a:buSzPts val="900"/>
              <a:buNone/>
              <a:defRPr sz="900"/>
            </a:lvl6pPr>
            <a:lvl7pPr marL="3200400" lvl="6" indent="-228600" algn="l">
              <a:lnSpc>
                <a:spcPct val="100000"/>
              </a:lnSpc>
              <a:spcBef>
                <a:spcPts val="1000"/>
              </a:spcBef>
              <a:spcAft>
                <a:spcPts val="0"/>
              </a:spcAft>
              <a:buSzPts val="900"/>
              <a:buNone/>
              <a:defRPr sz="900"/>
            </a:lvl7pPr>
            <a:lvl8pPr marL="3657600" lvl="7" indent="-228600" algn="l">
              <a:lnSpc>
                <a:spcPct val="100000"/>
              </a:lnSpc>
              <a:spcBef>
                <a:spcPts val="1000"/>
              </a:spcBef>
              <a:spcAft>
                <a:spcPts val="0"/>
              </a:spcAft>
              <a:buSzPts val="900"/>
              <a:buNone/>
              <a:defRPr sz="900"/>
            </a:lvl8pPr>
            <a:lvl9pPr marL="4114800" lvl="8" indent="-228600" algn="l">
              <a:lnSpc>
                <a:spcPct val="100000"/>
              </a:lnSpc>
              <a:spcBef>
                <a:spcPts val="1000"/>
              </a:spcBef>
              <a:spcAft>
                <a:spcPts val="1000"/>
              </a:spcAft>
              <a:buSzPts val="900"/>
              <a:buNone/>
              <a:defRPr sz="900"/>
            </a:lvl9pPr>
          </a:lstStyle>
          <a:p>
            <a:endParaRPr/>
          </a:p>
        </p:txBody>
      </p:sp>
      <p:sp>
        <p:nvSpPr>
          <p:cNvPr id="65" name="Google Shape;65;p9"/>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9"/>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9"/>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pic>
        <p:nvPicPr>
          <p:cNvPr id="69" name="Google Shape;69;p10"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70" name="Google Shape;70;p10"/>
          <p:cNvSpPr txBox="1">
            <a:spLocks noGrp="1"/>
          </p:cNvSpPr>
          <p:nvPr>
            <p:ph type="title"/>
          </p:nvPr>
        </p:nvSpPr>
        <p:spPr>
          <a:xfrm>
            <a:off x="685800" y="1600200"/>
            <a:ext cx="6164653"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2800"/>
              <a:buFont typeface="Calibri"/>
              <a:buNone/>
              <a:defRPr sz="28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a:spLocks noGrp="1"/>
          </p:cNvSpPr>
          <p:nvPr>
            <p:ph type="pic" idx="2"/>
          </p:nvPr>
        </p:nvSpPr>
        <p:spPr>
          <a:xfrm>
            <a:off x="7536253" y="914400"/>
            <a:ext cx="3280974" cy="4572000"/>
          </a:xfrm>
          <a:prstGeom prst="roundRect">
            <a:avLst>
              <a:gd name="adj" fmla="val 4280"/>
            </a:avLst>
          </a:prstGeom>
          <a:noFill/>
          <a:ln w="50800" cap="sq" cmpd="dbl">
            <a:solidFill>
              <a:srgbClr val="FFFFFF"/>
            </a:solidFill>
            <a:prstDash val="solid"/>
            <a:miter lim="800000"/>
            <a:headEnd type="none" w="sm" len="sm"/>
            <a:tailEnd type="none" w="sm" len="sm"/>
          </a:ln>
          <a:effectLst>
            <a:outerShdw blurRad="254000" algn="tl" rotWithShape="0">
              <a:srgbClr val="000000">
                <a:alpha val="42745"/>
              </a:srgbClr>
            </a:outerShdw>
          </a:effectLst>
        </p:spPr>
      </p:sp>
      <p:sp>
        <p:nvSpPr>
          <p:cNvPr id="72" name="Google Shape;72;p10"/>
          <p:cNvSpPr txBox="1">
            <a:spLocks noGrp="1"/>
          </p:cNvSpPr>
          <p:nvPr>
            <p:ph type="body" idx="1"/>
          </p:nvPr>
        </p:nvSpPr>
        <p:spPr>
          <a:xfrm>
            <a:off x="685800" y="2971800"/>
            <a:ext cx="6164653" cy="18288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0"/>
              </a:spcBef>
              <a:spcAft>
                <a:spcPts val="0"/>
              </a:spcAft>
              <a:buSzPts val="1800"/>
              <a:buNone/>
              <a:defRPr sz="1800"/>
            </a:lvl1pPr>
            <a:lvl2pPr marL="914400" lvl="1" indent="-228600" algn="l">
              <a:lnSpc>
                <a:spcPct val="100000"/>
              </a:lnSpc>
              <a:spcBef>
                <a:spcPts val="1000"/>
              </a:spcBef>
              <a:spcAft>
                <a:spcPts val="0"/>
              </a:spcAft>
              <a:buSzPts val="1200"/>
              <a:buNone/>
              <a:defRPr sz="1200"/>
            </a:lvl2pPr>
            <a:lvl3pPr marL="1371600" lvl="2" indent="-228600" algn="l">
              <a:lnSpc>
                <a:spcPct val="100000"/>
              </a:lnSpc>
              <a:spcBef>
                <a:spcPts val="1000"/>
              </a:spcBef>
              <a:spcAft>
                <a:spcPts val="0"/>
              </a:spcAft>
              <a:buSzPts val="1000"/>
              <a:buNone/>
              <a:defRPr sz="1000"/>
            </a:lvl3pPr>
            <a:lvl4pPr marL="1828800" lvl="3" indent="-228600" algn="l">
              <a:lnSpc>
                <a:spcPct val="100000"/>
              </a:lnSpc>
              <a:spcBef>
                <a:spcPts val="1000"/>
              </a:spcBef>
              <a:spcAft>
                <a:spcPts val="0"/>
              </a:spcAft>
              <a:buSzPts val="900"/>
              <a:buNone/>
              <a:defRPr sz="900"/>
            </a:lvl4pPr>
            <a:lvl5pPr marL="2286000" lvl="4" indent="-228600" algn="l">
              <a:lnSpc>
                <a:spcPct val="100000"/>
              </a:lnSpc>
              <a:spcBef>
                <a:spcPts val="1000"/>
              </a:spcBef>
              <a:spcAft>
                <a:spcPts val="0"/>
              </a:spcAft>
              <a:buSzPts val="900"/>
              <a:buNone/>
              <a:defRPr sz="900"/>
            </a:lvl5pPr>
            <a:lvl6pPr marL="2743200" lvl="5" indent="-228600" algn="l">
              <a:lnSpc>
                <a:spcPct val="100000"/>
              </a:lnSpc>
              <a:spcBef>
                <a:spcPts val="1000"/>
              </a:spcBef>
              <a:spcAft>
                <a:spcPts val="0"/>
              </a:spcAft>
              <a:buSzPts val="900"/>
              <a:buNone/>
              <a:defRPr sz="900"/>
            </a:lvl6pPr>
            <a:lvl7pPr marL="3200400" lvl="6" indent="-228600" algn="l">
              <a:lnSpc>
                <a:spcPct val="100000"/>
              </a:lnSpc>
              <a:spcBef>
                <a:spcPts val="1000"/>
              </a:spcBef>
              <a:spcAft>
                <a:spcPts val="0"/>
              </a:spcAft>
              <a:buSzPts val="900"/>
              <a:buNone/>
              <a:defRPr sz="900"/>
            </a:lvl7pPr>
            <a:lvl8pPr marL="3657600" lvl="7" indent="-228600" algn="l">
              <a:lnSpc>
                <a:spcPct val="100000"/>
              </a:lnSpc>
              <a:spcBef>
                <a:spcPts val="1000"/>
              </a:spcBef>
              <a:spcAft>
                <a:spcPts val="0"/>
              </a:spcAft>
              <a:buSzPts val="900"/>
              <a:buNone/>
              <a:defRPr sz="900"/>
            </a:lvl8pPr>
            <a:lvl9pPr marL="4114800" lvl="8" indent="-228600" algn="l">
              <a:lnSpc>
                <a:spcPct val="100000"/>
              </a:lnSpc>
              <a:spcBef>
                <a:spcPts val="1000"/>
              </a:spcBef>
              <a:spcAft>
                <a:spcPts val="1000"/>
              </a:spcAft>
              <a:buSzPts val="900"/>
              <a:buNone/>
              <a:defRPr sz="900"/>
            </a:lvl9pPr>
          </a:lstStyle>
          <a:p>
            <a:endParaRPr/>
          </a:p>
        </p:txBody>
      </p:sp>
      <p:sp>
        <p:nvSpPr>
          <p:cNvPr id="73" name="Google Shape;73;p10"/>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0"/>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0"/>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6"/>
        <p:cNvGrpSpPr/>
        <p:nvPr/>
      </p:nvGrpSpPr>
      <p:grpSpPr>
        <a:xfrm>
          <a:off x="0" y="0"/>
          <a:ext cx="0" cy="0"/>
          <a:chOff x="0" y="0"/>
          <a:chExt cx="0" cy="0"/>
        </a:xfrm>
      </p:grpSpPr>
      <p:pic>
        <p:nvPicPr>
          <p:cNvPr id="77" name="Google Shape;77;p11"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78" name="Google Shape;78;p11"/>
          <p:cNvSpPr txBox="1">
            <a:spLocks noGrp="1"/>
          </p:cNvSpPr>
          <p:nvPr>
            <p:ph type="title"/>
          </p:nvPr>
        </p:nvSpPr>
        <p:spPr>
          <a:xfrm>
            <a:off x="685800" y="4732865"/>
            <a:ext cx="10131427"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2400"/>
              <a:buFont typeface="Calibri"/>
              <a:buNone/>
              <a:defRPr sz="24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1"/>
          <p:cNvSpPr>
            <a:spLocks noGrp="1"/>
          </p:cNvSpPr>
          <p:nvPr>
            <p:ph type="pic" idx="2"/>
          </p:nvPr>
        </p:nvSpPr>
        <p:spPr>
          <a:xfrm>
            <a:off x="1371600" y="932112"/>
            <a:ext cx="8759827" cy="3164976"/>
          </a:xfrm>
          <a:prstGeom prst="roundRect">
            <a:avLst>
              <a:gd name="adj" fmla="val 4380"/>
            </a:avLst>
          </a:prstGeom>
          <a:noFill/>
          <a:ln w="50800" cap="sq" cmpd="dbl">
            <a:solidFill>
              <a:srgbClr val="FFFFFF"/>
            </a:solidFill>
            <a:prstDash val="solid"/>
            <a:miter lim="800000"/>
            <a:headEnd type="none" w="sm" len="sm"/>
            <a:tailEnd type="none" w="sm" len="sm"/>
          </a:ln>
          <a:effectLst>
            <a:outerShdw blurRad="254000" algn="tl" rotWithShape="0">
              <a:srgbClr val="000000">
                <a:alpha val="42745"/>
              </a:srgbClr>
            </a:outerShdw>
          </a:effectLst>
        </p:spPr>
      </p:sp>
      <p:sp>
        <p:nvSpPr>
          <p:cNvPr id="80" name="Google Shape;80;p11"/>
          <p:cNvSpPr txBox="1">
            <a:spLocks noGrp="1"/>
          </p:cNvSpPr>
          <p:nvPr>
            <p:ph type="body" idx="1"/>
          </p:nvPr>
        </p:nvSpPr>
        <p:spPr>
          <a:xfrm>
            <a:off x="685800" y="5299603"/>
            <a:ext cx="10131427" cy="49371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0"/>
              </a:spcBef>
              <a:spcAft>
                <a:spcPts val="0"/>
              </a:spcAft>
              <a:buSzPts val="1400"/>
              <a:buNone/>
              <a:defRPr sz="1400"/>
            </a:lvl1pPr>
            <a:lvl2pPr marL="914400" lvl="1" indent="-228600" algn="l">
              <a:lnSpc>
                <a:spcPct val="100000"/>
              </a:lnSpc>
              <a:spcBef>
                <a:spcPts val="1000"/>
              </a:spcBef>
              <a:spcAft>
                <a:spcPts val="0"/>
              </a:spcAft>
              <a:buSzPts val="1200"/>
              <a:buNone/>
              <a:defRPr sz="1200"/>
            </a:lvl2pPr>
            <a:lvl3pPr marL="1371600" lvl="2" indent="-228600" algn="l">
              <a:lnSpc>
                <a:spcPct val="100000"/>
              </a:lnSpc>
              <a:spcBef>
                <a:spcPts val="1000"/>
              </a:spcBef>
              <a:spcAft>
                <a:spcPts val="0"/>
              </a:spcAft>
              <a:buSzPts val="1000"/>
              <a:buNone/>
              <a:defRPr sz="1000"/>
            </a:lvl3pPr>
            <a:lvl4pPr marL="1828800" lvl="3" indent="-228600" algn="l">
              <a:lnSpc>
                <a:spcPct val="100000"/>
              </a:lnSpc>
              <a:spcBef>
                <a:spcPts val="1000"/>
              </a:spcBef>
              <a:spcAft>
                <a:spcPts val="0"/>
              </a:spcAft>
              <a:buSzPts val="900"/>
              <a:buNone/>
              <a:defRPr sz="900"/>
            </a:lvl4pPr>
            <a:lvl5pPr marL="2286000" lvl="4" indent="-228600" algn="l">
              <a:lnSpc>
                <a:spcPct val="100000"/>
              </a:lnSpc>
              <a:spcBef>
                <a:spcPts val="1000"/>
              </a:spcBef>
              <a:spcAft>
                <a:spcPts val="0"/>
              </a:spcAft>
              <a:buSzPts val="900"/>
              <a:buNone/>
              <a:defRPr sz="900"/>
            </a:lvl5pPr>
            <a:lvl6pPr marL="2743200" lvl="5" indent="-228600" algn="l">
              <a:lnSpc>
                <a:spcPct val="100000"/>
              </a:lnSpc>
              <a:spcBef>
                <a:spcPts val="1000"/>
              </a:spcBef>
              <a:spcAft>
                <a:spcPts val="0"/>
              </a:spcAft>
              <a:buSzPts val="900"/>
              <a:buNone/>
              <a:defRPr sz="900"/>
            </a:lvl6pPr>
            <a:lvl7pPr marL="3200400" lvl="6" indent="-228600" algn="l">
              <a:lnSpc>
                <a:spcPct val="100000"/>
              </a:lnSpc>
              <a:spcBef>
                <a:spcPts val="1000"/>
              </a:spcBef>
              <a:spcAft>
                <a:spcPts val="0"/>
              </a:spcAft>
              <a:buSzPts val="900"/>
              <a:buNone/>
              <a:defRPr sz="900"/>
            </a:lvl7pPr>
            <a:lvl8pPr marL="3657600" lvl="7" indent="-228600" algn="l">
              <a:lnSpc>
                <a:spcPct val="100000"/>
              </a:lnSpc>
              <a:spcBef>
                <a:spcPts val="1000"/>
              </a:spcBef>
              <a:spcAft>
                <a:spcPts val="0"/>
              </a:spcAft>
              <a:buSzPts val="900"/>
              <a:buNone/>
              <a:defRPr sz="900"/>
            </a:lvl8pPr>
            <a:lvl9pPr marL="4114800" lvl="8" indent="-228600" algn="l">
              <a:lnSpc>
                <a:spcPct val="100000"/>
              </a:lnSpc>
              <a:spcBef>
                <a:spcPts val="1000"/>
              </a:spcBef>
              <a:spcAft>
                <a:spcPts val="1000"/>
              </a:spcAft>
              <a:buSzPts val="900"/>
              <a:buNone/>
              <a:defRPr sz="900"/>
            </a:lvl9pPr>
          </a:lstStyle>
          <a:p>
            <a:endParaRPr/>
          </a:p>
        </p:txBody>
      </p:sp>
      <p:sp>
        <p:nvSpPr>
          <p:cNvPr id="81" name="Google Shape;81;p11"/>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1"/>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1"/>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84"/>
        <p:cNvGrpSpPr/>
        <p:nvPr/>
      </p:nvGrpSpPr>
      <p:grpSpPr>
        <a:xfrm>
          <a:off x="0" y="0"/>
          <a:ext cx="0" cy="0"/>
          <a:chOff x="0" y="0"/>
          <a:chExt cx="0" cy="0"/>
        </a:xfrm>
      </p:grpSpPr>
      <p:pic>
        <p:nvPicPr>
          <p:cNvPr id="85" name="Google Shape;85;p12"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86" name="Google Shape;86;p12"/>
          <p:cNvSpPr txBox="1">
            <a:spLocks noGrp="1"/>
          </p:cNvSpPr>
          <p:nvPr>
            <p:ph type="title"/>
          </p:nvPr>
        </p:nvSpPr>
        <p:spPr>
          <a:xfrm>
            <a:off x="685801" y="609601"/>
            <a:ext cx="10131427" cy="3124199"/>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3200"/>
              <a:buFont typeface="Calibri"/>
              <a:buNone/>
              <a:defRPr sz="32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2"/>
          <p:cNvSpPr txBox="1">
            <a:spLocks noGrp="1"/>
          </p:cNvSpPr>
          <p:nvPr>
            <p:ph type="body" idx="1"/>
          </p:nvPr>
        </p:nvSpPr>
        <p:spPr>
          <a:xfrm>
            <a:off x="685800" y="4343400"/>
            <a:ext cx="10131428" cy="14478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SzPts val="2000"/>
              <a:buNone/>
              <a:defRPr sz="2000">
                <a:solidFill>
                  <a:schemeClr val="lt1"/>
                </a:solidFill>
              </a:defRPr>
            </a:lvl1pPr>
            <a:lvl2pPr marL="914400" lvl="1" indent="-228600" algn="l">
              <a:lnSpc>
                <a:spcPct val="100000"/>
              </a:lnSpc>
              <a:spcBef>
                <a:spcPts val="1000"/>
              </a:spcBef>
              <a:spcAft>
                <a:spcPts val="0"/>
              </a:spcAft>
              <a:buSzPts val="1800"/>
              <a:buNone/>
              <a:defRPr sz="1800">
                <a:solidFill>
                  <a:schemeClr val="lt1"/>
                </a:solidFill>
              </a:defRPr>
            </a:lvl2pPr>
            <a:lvl3pPr marL="1371600" lvl="2" indent="-228600" algn="l">
              <a:lnSpc>
                <a:spcPct val="100000"/>
              </a:lnSpc>
              <a:spcBef>
                <a:spcPts val="1000"/>
              </a:spcBef>
              <a:spcAft>
                <a:spcPts val="0"/>
              </a:spcAft>
              <a:buSzPts val="1600"/>
              <a:buNone/>
              <a:defRPr sz="1600">
                <a:solidFill>
                  <a:schemeClr val="lt1"/>
                </a:solidFill>
              </a:defRPr>
            </a:lvl3pPr>
            <a:lvl4pPr marL="1828800" lvl="3" indent="-228600" algn="l">
              <a:lnSpc>
                <a:spcPct val="100000"/>
              </a:lnSpc>
              <a:spcBef>
                <a:spcPts val="1000"/>
              </a:spcBef>
              <a:spcAft>
                <a:spcPts val="0"/>
              </a:spcAft>
              <a:buSzPts val="1400"/>
              <a:buNone/>
              <a:defRPr sz="1400">
                <a:solidFill>
                  <a:schemeClr val="lt1"/>
                </a:solidFill>
              </a:defRPr>
            </a:lvl4pPr>
            <a:lvl5pPr marL="2286000" lvl="4" indent="-228600" algn="l">
              <a:lnSpc>
                <a:spcPct val="100000"/>
              </a:lnSpc>
              <a:spcBef>
                <a:spcPts val="1000"/>
              </a:spcBef>
              <a:spcAft>
                <a:spcPts val="0"/>
              </a:spcAft>
              <a:buSzPts val="1400"/>
              <a:buNone/>
              <a:defRPr sz="1400">
                <a:solidFill>
                  <a:schemeClr val="lt1"/>
                </a:solidFill>
              </a:defRPr>
            </a:lvl5pPr>
            <a:lvl6pPr marL="2743200" lvl="5" indent="-228600" algn="l">
              <a:lnSpc>
                <a:spcPct val="100000"/>
              </a:lnSpc>
              <a:spcBef>
                <a:spcPts val="1000"/>
              </a:spcBef>
              <a:spcAft>
                <a:spcPts val="0"/>
              </a:spcAft>
              <a:buSzPts val="1400"/>
              <a:buNone/>
              <a:defRPr sz="1400">
                <a:solidFill>
                  <a:schemeClr val="lt1"/>
                </a:solidFill>
              </a:defRPr>
            </a:lvl6pPr>
            <a:lvl7pPr marL="3200400" lvl="6" indent="-228600" algn="l">
              <a:lnSpc>
                <a:spcPct val="100000"/>
              </a:lnSpc>
              <a:spcBef>
                <a:spcPts val="1000"/>
              </a:spcBef>
              <a:spcAft>
                <a:spcPts val="0"/>
              </a:spcAft>
              <a:buSzPts val="1400"/>
              <a:buNone/>
              <a:defRPr sz="1400">
                <a:solidFill>
                  <a:schemeClr val="lt1"/>
                </a:solidFill>
              </a:defRPr>
            </a:lvl7pPr>
            <a:lvl8pPr marL="3657600" lvl="7" indent="-228600" algn="l">
              <a:lnSpc>
                <a:spcPct val="100000"/>
              </a:lnSpc>
              <a:spcBef>
                <a:spcPts val="1000"/>
              </a:spcBef>
              <a:spcAft>
                <a:spcPts val="0"/>
              </a:spcAft>
              <a:buSzPts val="1400"/>
              <a:buNone/>
              <a:defRPr sz="1400">
                <a:solidFill>
                  <a:schemeClr val="lt1"/>
                </a:solidFill>
              </a:defRPr>
            </a:lvl8pPr>
            <a:lvl9pPr marL="4114800" lvl="8" indent="-228600" algn="l">
              <a:lnSpc>
                <a:spcPct val="100000"/>
              </a:lnSpc>
              <a:spcBef>
                <a:spcPts val="1000"/>
              </a:spcBef>
              <a:spcAft>
                <a:spcPts val="1000"/>
              </a:spcAft>
              <a:buSzPts val="1400"/>
              <a:buNone/>
              <a:defRPr sz="1400">
                <a:solidFill>
                  <a:schemeClr val="lt1"/>
                </a:solidFill>
              </a:defRPr>
            </a:lvl9pPr>
          </a:lstStyle>
          <a:p>
            <a:endParaRPr/>
          </a:p>
        </p:txBody>
      </p:sp>
      <p:sp>
        <p:nvSpPr>
          <p:cNvPr id="88" name="Google Shape;88;p12"/>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12"/>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2"/>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91"/>
        <p:cNvGrpSpPr/>
        <p:nvPr/>
      </p:nvGrpSpPr>
      <p:grpSpPr>
        <a:xfrm>
          <a:off x="0" y="0"/>
          <a:ext cx="0" cy="0"/>
          <a:chOff x="0" y="0"/>
          <a:chExt cx="0" cy="0"/>
        </a:xfrm>
      </p:grpSpPr>
      <p:pic>
        <p:nvPicPr>
          <p:cNvPr id="92" name="Google Shape;92;p13"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93" name="Google Shape;93;p13"/>
          <p:cNvSpPr txBox="1"/>
          <p:nvPr/>
        </p:nvSpPr>
        <p:spPr>
          <a:xfrm>
            <a:off x="10237867" y="274320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alibri"/>
              <a:buNone/>
            </a:pPr>
            <a:r>
              <a:rPr lang="en-US" sz="8000" b="0" i="0" u="none" strike="noStrike" cap="none">
                <a:solidFill>
                  <a:schemeClr val="lt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94" name="Google Shape;94;p13"/>
          <p:cNvSpPr txBox="1"/>
          <p:nvPr/>
        </p:nvSpPr>
        <p:spPr>
          <a:xfrm>
            <a:off x="488275" y="823337"/>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alibri"/>
              <a:buNone/>
            </a:pPr>
            <a:r>
              <a:rPr lang="en-US" sz="8000" b="0" i="0" u="none" strike="noStrike" cap="none">
                <a:solidFill>
                  <a:schemeClr val="lt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95" name="Google Shape;95;p13"/>
          <p:cNvSpPr txBox="1">
            <a:spLocks noGrp="1"/>
          </p:cNvSpPr>
          <p:nvPr>
            <p:ph type="title"/>
          </p:nvPr>
        </p:nvSpPr>
        <p:spPr>
          <a:xfrm>
            <a:off x="992267" y="609601"/>
            <a:ext cx="9550399" cy="2743199"/>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3200"/>
              <a:buFont typeface="Calibri"/>
              <a:buNone/>
              <a:defRPr sz="3200" b="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13"/>
          <p:cNvSpPr txBox="1">
            <a:spLocks noGrp="1"/>
          </p:cNvSpPr>
          <p:nvPr>
            <p:ph type="body" idx="1"/>
          </p:nvPr>
        </p:nvSpPr>
        <p:spPr>
          <a:xfrm>
            <a:off x="1097875" y="3352800"/>
            <a:ext cx="9339184" cy="381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SzPts val="1800"/>
              <a:buFont typeface="Calibri"/>
              <a:buNone/>
              <a:defRPr/>
            </a:lvl1pPr>
            <a:lvl2pPr marL="914400" lvl="1" indent="-228600" algn="l">
              <a:lnSpc>
                <a:spcPct val="100000"/>
              </a:lnSpc>
              <a:spcBef>
                <a:spcPts val="1000"/>
              </a:spcBef>
              <a:spcAft>
                <a:spcPts val="0"/>
              </a:spcAft>
              <a:buSzPts val="1600"/>
              <a:buFont typeface="Calibri"/>
              <a:buNone/>
              <a:defRPr/>
            </a:lvl2pPr>
            <a:lvl3pPr marL="1371600" lvl="2" indent="-228600" algn="l">
              <a:lnSpc>
                <a:spcPct val="100000"/>
              </a:lnSpc>
              <a:spcBef>
                <a:spcPts val="1000"/>
              </a:spcBef>
              <a:spcAft>
                <a:spcPts val="0"/>
              </a:spcAft>
              <a:buSzPts val="1400"/>
              <a:buFont typeface="Calibri"/>
              <a:buNone/>
              <a:defRPr/>
            </a:lvl3pPr>
            <a:lvl4pPr marL="1828800" lvl="3" indent="-228600" algn="l">
              <a:lnSpc>
                <a:spcPct val="100000"/>
              </a:lnSpc>
              <a:spcBef>
                <a:spcPts val="1000"/>
              </a:spcBef>
              <a:spcAft>
                <a:spcPts val="0"/>
              </a:spcAft>
              <a:buSzPts val="1200"/>
              <a:buFont typeface="Calibri"/>
              <a:buNone/>
              <a:defRPr/>
            </a:lvl4pPr>
            <a:lvl5pPr marL="2286000" lvl="4" indent="-228600" algn="l">
              <a:lnSpc>
                <a:spcPct val="100000"/>
              </a:lnSpc>
              <a:spcBef>
                <a:spcPts val="1000"/>
              </a:spcBef>
              <a:spcAft>
                <a:spcPts val="0"/>
              </a:spcAft>
              <a:buSzPts val="1200"/>
              <a:buFont typeface="Calibri"/>
              <a:buNone/>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1000"/>
              </a:spcAft>
              <a:buSzPts val="1800"/>
              <a:buChar char="•"/>
              <a:defRPr/>
            </a:lvl9pPr>
          </a:lstStyle>
          <a:p>
            <a:endParaRPr/>
          </a:p>
        </p:txBody>
      </p:sp>
      <p:sp>
        <p:nvSpPr>
          <p:cNvPr id="97" name="Google Shape;97;p13"/>
          <p:cNvSpPr txBox="1">
            <a:spLocks noGrp="1"/>
          </p:cNvSpPr>
          <p:nvPr>
            <p:ph type="body" idx="2"/>
          </p:nvPr>
        </p:nvSpPr>
        <p:spPr>
          <a:xfrm>
            <a:off x="687465" y="4343400"/>
            <a:ext cx="10152367" cy="14478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SzPts val="2000"/>
              <a:buNone/>
              <a:defRPr sz="2000">
                <a:solidFill>
                  <a:schemeClr val="lt1"/>
                </a:solidFill>
              </a:defRPr>
            </a:lvl1pPr>
            <a:lvl2pPr marL="914400" lvl="1" indent="-228600" algn="l">
              <a:lnSpc>
                <a:spcPct val="100000"/>
              </a:lnSpc>
              <a:spcBef>
                <a:spcPts val="1000"/>
              </a:spcBef>
              <a:spcAft>
                <a:spcPts val="0"/>
              </a:spcAft>
              <a:buSzPts val="1800"/>
              <a:buNone/>
              <a:defRPr sz="1800">
                <a:solidFill>
                  <a:schemeClr val="lt1"/>
                </a:solidFill>
              </a:defRPr>
            </a:lvl2pPr>
            <a:lvl3pPr marL="1371600" lvl="2" indent="-228600" algn="l">
              <a:lnSpc>
                <a:spcPct val="100000"/>
              </a:lnSpc>
              <a:spcBef>
                <a:spcPts val="1000"/>
              </a:spcBef>
              <a:spcAft>
                <a:spcPts val="0"/>
              </a:spcAft>
              <a:buSzPts val="1600"/>
              <a:buNone/>
              <a:defRPr sz="1600">
                <a:solidFill>
                  <a:schemeClr val="lt1"/>
                </a:solidFill>
              </a:defRPr>
            </a:lvl3pPr>
            <a:lvl4pPr marL="1828800" lvl="3" indent="-228600" algn="l">
              <a:lnSpc>
                <a:spcPct val="100000"/>
              </a:lnSpc>
              <a:spcBef>
                <a:spcPts val="1000"/>
              </a:spcBef>
              <a:spcAft>
                <a:spcPts val="0"/>
              </a:spcAft>
              <a:buSzPts val="1400"/>
              <a:buNone/>
              <a:defRPr sz="1400">
                <a:solidFill>
                  <a:schemeClr val="lt1"/>
                </a:solidFill>
              </a:defRPr>
            </a:lvl4pPr>
            <a:lvl5pPr marL="2286000" lvl="4" indent="-228600" algn="l">
              <a:lnSpc>
                <a:spcPct val="100000"/>
              </a:lnSpc>
              <a:spcBef>
                <a:spcPts val="1000"/>
              </a:spcBef>
              <a:spcAft>
                <a:spcPts val="0"/>
              </a:spcAft>
              <a:buSzPts val="1400"/>
              <a:buNone/>
              <a:defRPr sz="1400">
                <a:solidFill>
                  <a:schemeClr val="lt1"/>
                </a:solidFill>
              </a:defRPr>
            </a:lvl5pPr>
            <a:lvl6pPr marL="2743200" lvl="5" indent="-228600" algn="l">
              <a:lnSpc>
                <a:spcPct val="100000"/>
              </a:lnSpc>
              <a:spcBef>
                <a:spcPts val="1000"/>
              </a:spcBef>
              <a:spcAft>
                <a:spcPts val="0"/>
              </a:spcAft>
              <a:buSzPts val="1400"/>
              <a:buNone/>
              <a:defRPr sz="1400">
                <a:solidFill>
                  <a:schemeClr val="lt1"/>
                </a:solidFill>
              </a:defRPr>
            </a:lvl6pPr>
            <a:lvl7pPr marL="3200400" lvl="6" indent="-228600" algn="l">
              <a:lnSpc>
                <a:spcPct val="100000"/>
              </a:lnSpc>
              <a:spcBef>
                <a:spcPts val="1000"/>
              </a:spcBef>
              <a:spcAft>
                <a:spcPts val="0"/>
              </a:spcAft>
              <a:buSzPts val="1400"/>
              <a:buNone/>
              <a:defRPr sz="1400">
                <a:solidFill>
                  <a:schemeClr val="lt1"/>
                </a:solidFill>
              </a:defRPr>
            </a:lvl7pPr>
            <a:lvl8pPr marL="3657600" lvl="7" indent="-228600" algn="l">
              <a:lnSpc>
                <a:spcPct val="100000"/>
              </a:lnSpc>
              <a:spcBef>
                <a:spcPts val="1000"/>
              </a:spcBef>
              <a:spcAft>
                <a:spcPts val="0"/>
              </a:spcAft>
              <a:buSzPts val="1400"/>
              <a:buNone/>
              <a:defRPr sz="1400">
                <a:solidFill>
                  <a:schemeClr val="lt1"/>
                </a:solidFill>
              </a:defRPr>
            </a:lvl8pPr>
            <a:lvl9pPr marL="4114800" lvl="8" indent="-228600" algn="l">
              <a:lnSpc>
                <a:spcPct val="100000"/>
              </a:lnSpc>
              <a:spcBef>
                <a:spcPts val="1000"/>
              </a:spcBef>
              <a:spcAft>
                <a:spcPts val="1000"/>
              </a:spcAft>
              <a:buSzPts val="1400"/>
              <a:buNone/>
              <a:defRPr sz="1400">
                <a:solidFill>
                  <a:schemeClr val="lt1"/>
                </a:solidFill>
              </a:defRPr>
            </a:lvl9pPr>
          </a:lstStyle>
          <a:p>
            <a:endParaRPr/>
          </a:p>
        </p:txBody>
      </p:sp>
      <p:sp>
        <p:nvSpPr>
          <p:cNvPr id="98" name="Google Shape;98;p13"/>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13"/>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13"/>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01"/>
        <p:cNvGrpSpPr/>
        <p:nvPr/>
      </p:nvGrpSpPr>
      <p:grpSpPr>
        <a:xfrm>
          <a:off x="0" y="0"/>
          <a:ext cx="0" cy="0"/>
          <a:chOff x="0" y="0"/>
          <a:chExt cx="0" cy="0"/>
        </a:xfrm>
      </p:grpSpPr>
      <p:pic>
        <p:nvPicPr>
          <p:cNvPr id="102" name="Google Shape;102;p14"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103" name="Google Shape;103;p14"/>
          <p:cNvSpPr txBox="1">
            <a:spLocks noGrp="1"/>
          </p:cNvSpPr>
          <p:nvPr>
            <p:ph type="title"/>
          </p:nvPr>
        </p:nvSpPr>
        <p:spPr>
          <a:xfrm>
            <a:off x="685802" y="3308581"/>
            <a:ext cx="10131425" cy="1468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3200"/>
              <a:buFont typeface="Calibri"/>
              <a:buNone/>
              <a:defRPr sz="32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14"/>
          <p:cNvSpPr txBox="1">
            <a:spLocks noGrp="1"/>
          </p:cNvSpPr>
          <p:nvPr>
            <p:ph type="body" idx="1"/>
          </p:nvPr>
        </p:nvSpPr>
        <p:spPr>
          <a:xfrm>
            <a:off x="685801" y="4777381"/>
            <a:ext cx="10131426" cy="8604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0"/>
              </a:spcBef>
              <a:spcAft>
                <a:spcPts val="0"/>
              </a:spcAft>
              <a:buSzPts val="2000"/>
              <a:buNone/>
              <a:defRPr sz="2000">
                <a:solidFill>
                  <a:schemeClr val="lt1"/>
                </a:solidFill>
              </a:defRPr>
            </a:lvl1pPr>
            <a:lvl2pPr marL="914400" lvl="1" indent="-228600" algn="l">
              <a:lnSpc>
                <a:spcPct val="100000"/>
              </a:lnSpc>
              <a:spcBef>
                <a:spcPts val="1000"/>
              </a:spcBef>
              <a:spcAft>
                <a:spcPts val="0"/>
              </a:spcAft>
              <a:buSzPts val="1800"/>
              <a:buNone/>
              <a:defRPr sz="1800">
                <a:solidFill>
                  <a:schemeClr val="lt1"/>
                </a:solidFill>
              </a:defRPr>
            </a:lvl2pPr>
            <a:lvl3pPr marL="1371600" lvl="2" indent="-228600" algn="l">
              <a:lnSpc>
                <a:spcPct val="100000"/>
              </a:lnSpc>
              <a:spcBef>
                <a:spcPts val="1000"/>
              </a:spcBef>
              <a:spcAft>
                <a:spcPts val="0"/>
              </a:spcAft>
              <a:buSzPts val="1600"/>
              <a:buNone/>
              <a:defRPr sz="1600">
                <a:solidFill>
                  <a:schemeClr val="lt1"/>
                </a:solidFill>
              </a:defRPr>
            </a:lvl3pPr>
            <a:lvl4pPr marL="1828800" lvl="3" indent="-228600" algn="l">
              <a:lnSpc>
                <a:spcPct val="100000"/>
              </a:lnSpc>
              <a:spcBef>
                <a:spcPts val="1000"/>
              </a:spcBef>
              <a:spcAft>
                <a:spcPts val="0"/>
              </a:spcAft>
              <a:buSzPts val="1400"/>
              <a:buNone/>
              <a:defRPr sz="1400">
                <a:solidFill>
                  <a:schemeClr val="lt1"/>
                </a:solidFill>
              </a:defRPr>
            </a:lvl4pPr>
            <a:lvl5pPr marL="2286000" lvl="4" indent="-228600" algn="l">
              <a:lnSpc>
                <a:spcPct val="100000"/>
              </a:lnSpc>
              <a:spcBef>
                <a:spcPts val="1000"/>
              </a:spcBef>
              <a:spcAft>
                <a:spcPts val="0"/>
              </a:spcAft>
              <a:buSzPts val="1400"/>
              <a:buNone/>
              <a:defRPr sz="1400">
                <a:solidFill>
                  <a:schemeClr val="lt1"/>
                </a:solidFill>
              </a:defRPr>
            </a:lvl5pPr>
            <a:lvl6pPr marL="2743200" lvl="5" indent="-228600" algn="l">
              <a:lnSpc>
                <a:spcPct val="100000"/>
              </a:lnSpc>
              <a:spcBef>
                <a:spcPts val="1000"/>
              </a:spcBef>
              <a:spcAft>
                <a:spcPts val="0"/>
              </a:spcAft>
              <a:buSzPts val="1400"/>
              <a:buNone/>
              <a:defRPr sz="1400">
                <a:solidFill>
                  <a:schemeClr val="lt1"/>
                </a:solidFill>
              </a:defRPr>
            </a:lvl6pPr>
            <a:lvl7pPr marL="3200400" lvl="6" indent="-228600" algn="l">
              <a:lnSpc>
                <a:spcPct val="100000"/>
              </a:lnSpc>
              <a:spcBef>
                <a:spcPts val="1000"/>
              </a:spcBef>
              <a:spcAft>
                <a:spcPts val="0"/>
              </a:spcAft>
              <a:buSzPts val="1400"/>
              <a:buNone/>
              <a:defRPr sz="1400">
                <a:solidFill>
                  <a:schemeClr val="lt1"/>
                </a:solidFill>
              </a:defRPr>
            </a:lvl7pPr>
            <a:lvl8pPr marL="3657600" lvl="7" indent="-228600" algn="l">
              <a:lnSpc>
                <a:spcPct val="100000"/>
              </a:lnSpc>
              <a:spcBef>
                <a:spcPts val="1000"/>
              </a:spcBef>
              <a:spcAft>
                <a:spcPts val="0"/>
              </a:spcAft>
              <a:buSzPts val="1400"/>
              <a:buNone/>
              <a:defRPr sz="1400">
                <a:solidFill>
                  <a:schemeClr val="lt1"/>
                </a:solidFill>
              </a:defRPr>
            </a:lvl8pPr>
            <a:lvl9pPr marL="4114800" lvl="8" indent="-228600" algn="l">
              <a:lnSpc>
                <a:spcPct val="100000"/>
              </a:lnSpc>
              <a:spcBef>
                <a:spcPts val="1000"/>
              </a:spcBef>
              <a:spcAft>
                <a:spcPts val="1000"/>
              </a:spcAft>
              <a:buSzPts val="1400"/>
              <a:buNone/>
              <a:defRPr sz="1400">
                <a:solidFill>
                  <a:schemeClr val="lt1"/>
                </a:solidFill>
              </a:defRPr>
            </a:lvl9pPr>
          </a:lstStyle>
          <a:p>
            <a:endParaRPr/>
          </a:p>
        </p:txBody>
      </p:sp>
      <p:sp>
        <p:nvSpPr>
          <p:cNvPr id="105" name="Google Shape;105;p14"/>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14"/>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14"/>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08"/>
        <p:cNvGrpSpPr/>
        <p:nvPr/>
      </p:nvGrpSpPr>
      <p:grpSpPr>
        <a:xfrm>
          <a:off x="0" y="0"/>
          <a:ext cx="0" cy="0"/>
          <a:chOff x="0" y="0"/>
          <a:chExt cx="0" cy="0"/>
        </a:xfrm>
      </p:grpSpPr>
      <p:pic>
        <p:nvPicPr>
          <p:cNvPr id="109" name="Google Shape;109;p15"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110" name="Google Shape;110;p15"/>
          <p:cNvSpPr txBox="1"/>
          <p:nvPr/>
        </p:nvSpPr>
        <p:spPr>
          <a:xfrm>
            <a:off x="10237867" y="274320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alibri"/>
              <a:buNone/>
            </a:pPr>
            <a:r>
              <a:rPr lang="en-US" sz="8000" b="0" i="0" u="none" strike="noStrike" cap="none">
                <a:solidFill>
                  <a:schemeClr val="lt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111" name="Google Shape;111;p15"/>
          <p:cNvSpPr txBox="1"/>
          <p:nvPr/>
        </p:nvSpPr>
        <p:spPr>
          <a:xfrm>
            <a:off x="488275" y="823337"/>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alibri"/>
              <a:buNone/>
            </a:pPr>
            <a:r>
              <a:rPr lang="en-US" sz="8000" b="0" i="0" u="none" strike="noStrike" cap="none">
                <a:solidFill>
                  <a:schemeClr val="lt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112" name="Google Shape;112;p15"/>
          <p:cNvSpPr txBox="1">
            <a:spLocks noGrp="1"/>
          </p:cNvSpPr>
          <p:nvPr>
            <p:ph type="title"/>
          </p:nvPr>
        </p:nvSpPr>
        <p:spPr>
          <a:xfrm>
            <a:off x="992267" y="609601"/>
            <a:ext cx="9550399" cy="2743199"/>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3200"/>
              <a:buFont typeface="Calibri"/>
              <a:buNone/>
              <a:defRPr sz="3200" b="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15"/>
          <p:cNvSpPr txBox="1">
            <a:spLocks noGrp="1"/>
          </p:cNvSpPr>
          <p:nvPr>
            <p:ph type="body" idx="1"/>
          </p:nvPr>
        </p:nvSpPr>
        <p:spPr>
          <a:xfrm>
            <a:off x="685800" y="3886200"/>
            <a:ext cx="10135436" cy="8890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0"/>
              </a:spcBef>
              <a:spcAft>
                <a:spcPts val="0"/>
              </a:spcAft>
              <a:buSzPts val="2400"/>
              <a:buNone/>
              <a:defRPr sz="2400" b="0" cap="none">
                <a:solidFill>
                  <a:schemeClr val="lt1"/>
                </a:solidFill>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1000"/>
              </a:spcAft>
              <a:buSzPts val="1800"/>
              <a:buChar char="•"/>
              <a:defRPr/>
            </a:lvl9pPr>
          </a:lstStyle>
          <a:p>
            <a:endParaRPr/>
          </a:p>
        </p:txBody>
      </p:sp>
      <p:sp>
        <p:nvSpPr>
          <p:cNvPr id="114" name="Google Shape;114;p15"/>
          <p:cNvSpPr txBox="1">
            <a:spLocks noGrp="1"/>
          </p:cNvSpPr>
          <p:nvPr>
            <p:ph type="body" idx="2"/>
          </p:nvPr>
        </p:nvSpPr>
        <p:spPr>
          <a:xfrm>
            <a:off x="685799" y="4775200"/>
            <a:ext cx="10135436" cy="10160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0"/>
              </a:spcBef>
              <a:spcAft>
                <a:spcPts val="0"/>
              </a:spcAft>
              <a:buSzPts val="1800"/>
              <a:buNone/>
              <a:defRPr sz="1800">
                <a:solidFill>
                  <a:schemeClr val="lt1"/>
                </a:solidFill>
              </a:defRPr>
            </a:lvl1pPr>
            <a:lvl2pPr marL="914400" lvl="1" indent="-228600" algn="l">
              <a:lnSpc>
                <a:spcPct val="100000"/>
              </a:lnSpc>
              <a:spcBef>
                <a:spcPts val="1000"/>
              </a:spcBef>
              <a:spcAft>
                <a:spcPts val="0"/>
              </a:spcAft>
              <a:buSzPts val="1800"/>
              <a:buNone/>
              <a:defRPr sz="1800">
                <a:solidFill>
                  <a:schemeClr val="lt1"/>
                </a:solidFill>
              </a:defRPr>
            </a:lvl2pPr>
            <a:lvl3pPr marL="1371600" lvl="2" indent="-228600" algn="l">
              <a:lnSpc>
                <a:spcPct val="100000"/>
              </a:lnSpc>
              <a:spcBef>
                <a:spcPts val="1000"/>
              </a:spcBef>
              <a:spcAft>
                <a:spcPts val="0"/>
              </a:spcAft>
              <a:buSzPts val="1600"/>
              <a:buNone/>
              <a:defRPr sz="1600">
                <a:solidFill>
                  <a:schemeClr val="lt1"/>
                </a:solidFill>
              </a:defRPr>
            </a:lvl3pPr>
            <a:lvl4pPr marL="1828800" lvl="3" indent="-228600" algn="l">
              <a:lnSpc>
                <a:spcPct val="100000"/>
              </a:lnSpc>
              <a:spcBef>
                <a:spcPts val="1000"/>
              </a:spcBef>
              <a:spcAft>
                <a:spcPts val="0"/>
              </a:spcAft>
              <a:buSzPts val="1400"/>
              <a:buNone/>
              <a:defRPr sz="1400">
                <a:solidFill>
                  <a:schemeClr val="lt1"/>
                </a:solidFill>
              </a:defRPr>
            </a:lvl4pPr>
            <a:lvl5pPr marL="2286000" lvl="4" indent="-228600" algn="l">
              <a:lnSpc>
                <a:spcPct val="100000"/>
              </a:lnSpc>
              <a:spcBef>
                <a:spcPts val="1000"/>
              </a:spcBef>
              <a:spcAft>
                <a:spcPts val="0"/>
              </a:spcAft>
              <a:buSzPts val="1400"/>
              <a:buNone/>
              <a:defRPr sz="1400">
                <a:solidFill>
                  <a:schemeClr val="lt1"/>
                </a:solidFill>
              </a:defRPr>
            </a:lvl5pPr>
            <a:lvl6pPr marL="2743200" lvl="5" indent="-228600" algn="l">
              <a:lnSpc>
                <a:spcPct val="100000"/>
              </a:lnSpc>
              <a:spcBef>
                <a:spcPts val="1000"/>
              </a:spcBef>
              <a:spcAft>
                <a:spcPts val="0"/>
              </a:spcAft>
              <a:buSzPts val="1400"/>
              <a:buNone/>
              <a:defRPr sz="1400">
                <a:solidFill>
                  <a:schemeClr val="lt1"/>
                </a:solidFill>
              </a:defRPr>
            </a:lvl6pPr>
            <a:lvl7pPr marL="3200400" lvl="6" indent="-228600" algn="l">
              <a:lnSpc>
                <a:spcPct val="100000"/>
              </a:lnSpc>
              <a:spcBef>
                <a:spcPts val="1000"/>
              </a:spcBef>
              <a:spcAft>
                <a:spcPts val="0"/>
              </a:spcAft>
              <a:buSzPts val="1400"/>
              <a:buNone/>
              <a:defRPr sz="1400">
                <a:solidFill>
                  <a:schemeClr val="lt1"/>
                </a:solidFill>
              </a:defRPr>
            </a:lvl7pPr>
            <a:lvl8pPr marL="3657600" lvl="7" indent="-228600" algn="l">
              <a:lnSpc>
                <a:spcPct val="100000"/>
              </a:lnSpc>
              <a:spcBef>
                <a:spcPts val="1000"/>
              </a:spcBef>
              <a:spcAft>
                <a:spcPts val="0"/>
              </a:spcAft>
              <a:buSzPts val="1400"/>
              <a:buNone/>
              <a:defRPr sz="1400">
                <a:solidFill>
                  <a:schemeClr val="lt1"/>
                </a:solidFill>
              </a:defRPr>
            </a:lvl8pPr>
            <a:lvl9pPr marL="4114800" lvl="8" indent="-228600" algn="l">
              <a:lnSpc>
                <a:spcPct val="100000"/>
              </a:lnSpc>
              <a:spcBef>
                <a:spcPts val="1000"/>
              </a:spcBef>
              <a:spcAft>
                <a:spcPts val="1000"/>
              </a:spcAft>
              <a:buSzPts val="1400"/>
              <a:buNone/>
              <a:defRPr sz="1400">
                <a:solidFill>
                  <a:schemeClr val="lt1"/>
                </a:solidFill>
              </a:defRPr>
            </a:lvl9pPr>
          </a:lstStyle>
          <a:p>
            <a:endParaRPr/>
          </a:p>
        </p:txBody>
      </p:sp>
      <p:sp>
        <p:nvSpPr>
          <p:cNvPr id="115" name="Google Shape;115;p15"/>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15"/>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15"/>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18"/>
        <p:cNvGrpSpPr/>
        <p:nvPr/>
      </p:nvGrpSpPr>
      <p:grpSpPr>
        <a:xfrm>
          <a:off x="0" y="0"/>
          <a:ext cx="0" cy="0"/>
          <a:chOff x="0" y="0"/>
          <a:chExt cx="0" cy="0"/>
        </a:xfrm>
      </p:grpSpPr>
      <p:pic>
        <p:nvPicPr>
          <p:cNvPr id="119" name="Google Shape;119;p16"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120" name="Google Shape;120;p16"/>
          <p:cNvSpPr txBox="1">
            <a:spLocks noGrp="1"/>
          </p:cNvSpPr>
          <p:nvPr>
            <p:ph type="title"/>
          </p:nvPr>
        </p:nvSpPr>
        <p:spPr>
          <a:xfrm>
            <a:off x="685801" y="609601"/>
            <a:ext cx="10131427" cy="2743199"/>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3600"/>
              <a:buFont typeface="Calibri"/>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16"/>
          <p:cNvSpPr txBox="1">
            <a:spLocks noGrp="1"/>
          </p:cNvSpPr>
          <p:nvPr>
            <p:ph type="body" idx="1"/>
          </p:nvPr>
        </p:nvSpPr>
        <p:spPr>
          <a:xfrm>
            <a:off x="685801" y="3505200"/>
            <a:ext cx="10131428" cy="8382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0"/>
              </a:spcBef>
              <a:spcAft>
                <a:spcPts val="0"/>
              </a:spcAft>
              <a:buSzPts val="2800"/>
              <a:buNone/>
              <a:defRPr sz="2800" b="0" cap="none">
                <a:solidFill>
                  <a:schemeClr val="lt1"/>
                </a:solidFill>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1000"/>
              </a:spcAft>
              <a:buSzPts val="1800"/>
              <a:buChar char="•"/>
              <a:defRPr/>
            </a:lvl9pPr>
          </a:lstStyle>
          <a:p>
            <a:endParaRPr/>
          </a:p>
        </p:txBody>
      </p:sp>
      <p:sp>
        <p:nvSpPr>
          <p:cNvPr id="122" name="Google Shape;122;p16"/>
          <p:cNvSpPr txBox="1">
            <a:spLocks noGrp="1"/>
          </p:cNvSpPr>
          <p:nvPr>
            <p:ph type="body" idx="2"/>
          </p:nvPr>
        </p:nvSpPr>
        <p:spPr>
          <a:xfrm>
            <a:off x="685800" y="4343400"/>
            <a:ext cx="10131428" cy="14478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0"/>
              </a:spcBef>
              <a:spcAft>
                <a:spcPts val="0"/>
              </a:spcAft>
              <a:buSzPts val="1800"/>
              <a:buNone/>
              <a:defRPr sz="1800">
                <a:solidFill>
                  <a:schemeClr val="lt1"/>
                </a:solidFill>
              </a:defRPr>
            </a:lvl1pPr>
            <a:lvl2pPr marL="914400" lvl="1" indent="-228600" algn="l">
              <a:lnSpc>
                <a:spcPct val="100000"/>
              </a:lnSpc>
              <a:spcBef>
                <a:spcPts val="1000"/>
              </a:spcBef>
              <a:spcAft>
                <a:spcPts val="0"/>
              </a:spcAft>
              <a:buSzPts val="1800"/>
              <a:buNone/>
              <a:defRPr sz="1800">
                <a:solidFill>
                  <a:schemeClr val="lt1"/>
                </a:solidFill>
              </a:defRPr>
            </a:lvl2pPr>
            <a:lvl3pPr marL="1371600" lvl="2" indent="-228600" algn="l">
              <a:lnSpc>
                <a:spcPct val="100000"/>
              </a:lnSpc>
              <a:spcBef>
                <a:spcPts val="1000"/>
              </a:spcBef>
              <a:spcAft>
                <a:spcPts val="0"/>
              </a:spcAft>
              <a:buSzPts val="1600"/>
              <a:buNone/>
              <a:defRPr sz="1600">
                <a:solidFill>
                  <a:schemeClr val="lt1"/>
                </a:solidFill>
              </a:defRPr>
            </a:lvl3pPr>
            <a:lvl4pPr marL="1828800" lvl="3" indent="-228600" algn="l">
              <a:lnSpc>
                <a:spcPct val="100000"/>
              </a:lnSpc>
              <a:spcBef>
                <a:spcPts val="1000"/>
              </a:spcBef>
              <a:spcAft>
                <a:spcPts val="0"/>
              </a:spcAft>
              <a:buSzPts val="1400"/>
              <a:buNone/>
              <a:defRPr sz="1400">
                <a:solidFill>
                  <a:schemeClr val="lt1"/>
                </a:solidFill>
              </a:defRPr>
            </a:lvl4pPr>
            <a:lvl5pPr marL="2286000" lvl="4" indent="-228600" algn="l">
              <a:lnSpc>
                <a:spcPct val="100000"/>
              </a:lnSpc>
              <a:spcBef>
                <a:spcPts val="1000"/>
              </a:spcBef>
              <a:spcAft>
                <a:spcPts val="0"/>
              </a:spcAft>
              <a:buSzPts val="1400"/>
              <a:buNone/>
              <a:defRPr sz="1400">
                <a:solidFill>
                  <a:schemeClr val="lt1"/>
                </a:solidFill>
              </a:defRPr>
            </a:lvl5pPr>
            <a:lvl6pPr marL="2743200" lvl="5" indent="-228600" algn="l">
              <a:lnSpc>
                <a:spcPct val="100000"/>
              </a:lnSpc>
              <a:spcBef>
                <a:spcPts val="1000"/>
              </a:spcBef>
              <a:spcAft>
                <a:spcPts val="0"/>
              </a:spcAft>
              <a:buSzPts val="1400"/>
              <a:buNone/>
              <a:defRPr sz="1400">
                <a:solidFill>
                  <a:schemeClr val="lt1"/>
                </a:solidFill>
              </a:defRPr>
            </a:lvl6pPr>
            <a:lvl7pPr marL="3200400" lvl="6" indent="-228600" algn="l">
              <a:lnSpc>
                <a:spcPct val="100000"/>
              </a:lnSpc>
              <a:spcBef>
                <a:spcPts val="1000"/>
              </a:spcBef>
              <a:spcAft>
                <a:spcPts val="0"/>
              </a:spcAft>
              <a:buSzPts val="1400"/>
              <a:buNone/>
              <a:defRPr sz="1400">
                <a:solidFill>
                  <a:schemeClr val="lt1"/>
                </a:solidFill>
              </a:defRPr>
            </a:lvl7pPr>
            <a:lvl8pPr marL="3657600" lvl="7" indent="-228600" algn="l">
              <a:lnSpc>
                <a:spcPct val="100000"/>
              </a:lnSpc>
              <a:spcBef>
                <a:spcPts val="1000"/>
              </a:spcBef>
              <a:spcAft>
                <a:spcPts val="0"/>
              </a:spcAft>
              <a:buSzPts val="1400"/>
              <a:buNone/>
              <a:defRPr sz="1400">
                <a:solidFill>
                  <a:schemeClr val="lt1"/>
                </a:solidFill>
              </a:defRPr>
            </a:lvl8pPr>
            <a:lvl9pPr marL="4114800" lvl="8" indent="-228600" algn="l">
              <a:lnSpc>
                <a:spcPct val="100000"/>
              </a:lnSpc>
              <a:spcBef>
                <a:spcPts val="1000"/>
              </a:spcBef>
              <a:spcAft>
                <a:spcPts val="1000"/>
              </a:spcAft>
              <a:buSzPts val="1400"/>
              <a:buNone/>
              <a:defRPr sz="1400">
                <a:solidFill>
                  <a:schemeClr val="lt1"/>
                </a:solidFill>
              </a:defRPr>
            </a:lvl9pPr>
          </a:lstStyle>
          <a:p>
            <a:endParaRPr/>
          </a:p>
        </p:txBody>
      </p:sp>
      <p:sp>
        <p:nvSpPr>
          <p:cNvPr id="123" name="Google Shape;123;p16"/>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p16"/>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16"/>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6"/>
        <p:cNvGrpSpPr/>
        <p:nvPr/>
      </p:nvGrpSpPr>
      <p:grpSpPr>
        <a:xfrm>
          <a:off x="0" y="0"/>
          <a:ext cx="0" cy="0"/>
          <a:chOff x="0" y="0"/>
          <a:chExt cx="0" cy="0"/>
        </a:xfrm>
      </p:grpSpPr>
      <p:pic>
        <p:nvPicPr>
          <p:cNvPr id="127" name="Google Shape;127;p17"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128" name="Google Shape;128;p17"/>
          <p:cNvSpPr txBox="1">
            <a:spLocks noGrp="1"/>
          </p:cNvSpPr>
          <p:nvPr>
            <p:ph type="title"/>
          </p:nvPr>
        </p:nvSpPr>
        <p:spPr>
          <a:xfrm>
            <a:off x="685801" y="609600"/>
            <a:ext cx="10131425" cy="1456267"/>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17"/>
          <p:cNvSpPr txBox="1">
            <a:spLocks noGrp="1"/>
          </p:cNvSpPr>
          <p:nvPr>
            <p:ph type="body" idx="1"/>
          </p:nvPr>
        </p:nvSpPr>
        <p:spPr>
          <a:xfrm rot="5400000">
            <a:off x="3926947" y="-1099079"/>
            <a:ext cx="3649133" cy="10131425"/>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1000"/>
              </a:spcAft>
              <a:buSzPts val="1800"/>
              <a:buChar char="•"/>
              <a:defRPr/>
            </a:lvl9pPr>
          </a:lstStyle>
          <a:p>
            <a:endParaRPr/>
          </a:p>
        </p:txBody>
      </p:sp>
      <p:sp>
        <p:nvSpPr>
          <p:cNvPr id="130" name="Google Shape;130;p17"/>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17"/>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17"/>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18"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135" name="Google Shape;135;p18"/>
          <p:cNvSpPr txBox="1">
            <a:spLocks noGrp="1"/>
          </p:cNvSpPr>
          <p:nvPr>
            <p:ph type="title"/>
          </p:nvPr>
        </p:nvSpPr>
        <p:spPr>
          <a:xfrm rot="5400000">
            <a:off x="7147151" y="2121124"/>
            <a:ext cx="5181601" cy="2158552"/>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18"/>
          <p:cNvSpPr txBox="1">
            <a:spLocks noGrp="1"/>
          </p:cNvSpPr>
          <p:nvPr>
            <p:ph type="body" idx="1"/>
          </p:nvPr>
        </p:nvSpPr>
        <p:spPr>
          <a:xfrm rot="5400000">
            <a:off x="2011058" y="-715658"/>
            <a:ext cx="5181600" cy="7832116"/>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1000"/>
              </a:spcAft>
              <a:buSzPts val="1800"/>
              <a:buChar char="•"/>
              <a:defRPr/>
            </a:lvl9pPr>
          </a:lstStyle>
          <a:p>
            <a:endParaRPr/>
          </a:p>
        </p:txBody>
      </p:sp>
      <p:sp>
        <p:nvSpPr>
          <p:cNvPr id="137" name="Google Shape;137;p18"/>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18"/>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18"/>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9">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85801" y="609600"/>
            <a:ext cx="10131425" cy="1456267"/>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chemeClr val="lt1"/>
              </a:buClr>
              <a:buSzPts val="3600"/>
              <a:buFont typeface="Calibri"/>
              <a:buNone/>
              <a:defRPr sz="3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685801" y="2142067"/>
            <a:ext cx="10131425" cy="3649133"/>
          </a:xfrm>
          <a:prstGeom prst="rect">
            <a:avLst/>
          </a:prstGeom>
          <a:noFill/>
          <a:ln>
            <a:noFill/>
          </a:ln>
        </p:spPr>
        <p:txBody>
          <a:bodyPr spcFirstLastPara="1" wrap="square" lIns="91425" tIns="45700" rIns="91425" bIns="45700" anchor="ctr" anchorCtr="0">
            <a:normAutofit/>
          </a:bodyPr>
          <a:lstStyle>
            <a:lvl1pPr marL="457200" marR="0" lvl="0" indent="-342900" algn="l" rtl="0">
              <a:lnSpc>
                <a:spcPct val="100000"/>
              </a:lnSpc>
              <a:spcBef>
                <a:spcPts val="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1pPr>
            <a:lvl2pPr marL="914400" marR="0" lvl="1" indent="-330200" algn="l" rtl="0">
              <a:lnSpc>
                <a:spcPct val="100000"/>
              </a:lnSpc>
              <a:spcBef>
                <a:spcPts val="100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2pPr>
            <a:lvl3pPr marL="1371600" marR="0" lvl="2" indent="-317500" algn="l" rtl="0">
              <a:lnSpc>
                <a:spcPct val="100000"/>
              </a:lnSpc>
              <a:spcBef>
                <a:spcPts val="1000"/>
              </a:spcBef>
              <a:spcAft>
                <a:spcPts val="0"/>
              </a:spcAft>
              <a:buClr>
                <a:schemeClr val="lt1"/>
              </a:buClr>
              <a:buSzPts val="1400"/>
              <a:buFont typeface="Arial"/>
              <a:buChar char="•"/>
              <a:defRPr sz="1400" b="0" i="0" u="none" strike="noStrike" cap="none">
                <a:solidFill>
                  <a:schemeClr val="lt1"/>
                </a:solidFill>
                <a:latin typeface="Calibri"/>
                <a:ea typeface="Calibri"/>
                <a:cs typeface="Calibri"/>
                <a:sym typeface="Calibri"/>
              </a:defRPr>
            </a:lvl3pPr>
            <a:lvl4pPr marL="1828800" marR="0" lvl="3" indent="-304800" algn="l" rtl="0">
              <a:lnSpc>
                <a:spcPct val="100000"/>
              </a:lnSpc>
              <a:spcBef>
                <a:spcPts val="1000"/>
              </a:spcBef>
              <a:spcAft>
                <a:spcPts val="0"/>
              </a:spcAft>
              <a:buClr>
                <a:schemeClr val="lt1"/>
              </a:buClr>
              <a:buSzPts val="1200"/>
              <a:buFont typeface="Arial"/>
              <a:buChar char="•"/>
              <a:defRPr sz="1200" b="0" i="0" u="none" strike="noStrike" cap="none">
                <a:solidFill>
                  <a:schemeClr val="lt1"/>
                </a:solidFill>
                <a:latin typeface="Calibri"/>
                <a:ea typeface="Calibri"/>
                <a:cs typeface="Calibri"/>
                <a:sym typeface="Calibri"/>
              </a:defRPr>
            </a:lvl4pPr>
            <a:lvl5pPr marL="2286000" marR="0" lvl="4" indent="-304800" algn="l" rtl="0">
              <a:lnSpc>
                <a:spcPct val="100000"/>
              </a:lnSpc>
              <a:spcBef>
                <a:spcPts val="1000"/>
              </a:spcBef>
              <a:spcAft>
                <a:spcPts val="0"/>
              </a:spcAft>
              <a:buClr>
                <a:schemeClr val="lt1"/>
              </a:buClr>
              <a:buSzPts val="1200"/>
              <a:buFont typeface="Arial"/>
              <a:buChar char="•"/>
              <a:defRPr sz="1200" b="0" i="0" u="none" strike="noStrike" cap="none">
                <a:solidFill>
                  <a:schemeClr val="lt1"/>
                </a:solidFill>
                <a:latin typeface="Calibri"/>
                <a:ea typeface="Calibri"/>
                <a:cs typeface="Calibri"/>
                <a:sym typeface="Calibri"/>
              </a:defRPr>
            </a:lvl5pPr>
            <a:lvl6pPr marL="2743200" marR="0" lvl="5" indent="-304800" algn="l" rtl="0">
              <a:lnSpc>
                <a:spcPct val="100000"/>
              </a:lnSpc>
              <a:spcBef>
                <a:spcPts val="1000"/>
              </a:spcBef>
              <a:spcAft>
                <a:spcPts val="0"/>
              </a:spcAft>
              <a:buClr>
                <a:schemeClr val="lt1"/>
              </a:buClr>
              <a:buSzPts val="1200"/>
              <a:buFont typeface="Arial"/>
              <a:buChar char="•"/>
              <a:defRPr sz="1200" b="0" i="0" u="none" strike="noStrike" cap="none">
                <a:solidFill>
                  <a:schemeClr val="lt1"/>
                </a:solidFill>
                <a:latin typeface="Calibri"/>
                <a:ea typeface="Calibri"/>
                <a:cs typeface="Calibri"/>
                <a:sym typeface="Calibri"/>
              </a:defRPr>
            </a:lvl6pPr>
            <a:lvl7pPr marL="3200400" marR="0" lvl="6" indent="-304800" algn="l" rtl="0">
              <a:lnSpc>
                <a:spcPct val="100000"/>
              </a:lnSpc>
              <a:spcBef>
                <a:spcPts val="1000"/>
              </a:spcBef>
              <a:spcAft>
                <a:spcPts val="0"/>
              </a:spcAft>
              <a:buClr>
                <a:schemeClr val="lt1"/>
              </a:buClr>
              <a:buSzPts val="1200"/>
              <a:buFont typeface="Arial"/>
              <a:buChar char="•"/>
              <a:defRPr sz="1200" b="0" i="0" u="none" strike="noStrike" cap="none">
                <a:solidFill>
                  <a:schemeClr val="lt1"/>
                </a:solidFill>
                <a:latin typeface="Calibri"/>
                <a:ea typeface="Calibri"/>
                <a:cs typeface="Calibri"/>
                <a:sym typeface="Calibri"/>
              </a:defRPr>
            </a:lvl7pPr>
            <a:lvl8pPr marL="3657600" marR="0" lvl="7" indent="-304800" algn="l" rtl="0">
              <a:lnSpc>
                <a:spcPct val="100000"/>
              </a:lnSpc>
              <a:spcBef>
                <a:spcPts val="1000"/>
              </a:spcBef>
              <a:spcAft>
                <a:spcPts val="0"/>
              </a:spcAft>
              <a:buClr>
                <a:schemeClr val="lt1"/>
              </a:buClr>
              <a:buSzPts val="1200"/>
              <a:buFont typeface="Arial"/>
              <a:buChar char="•"/>
              <a:defRPr sz="1200" b="0" i="0" u="none" strike="noStrike" cap="none">
                <a:solidFill>
                  <a:schemeClr val="lt1"/>
                </a:solidFill>
                <a:latin typeface="Calibri"/>
                <a:ea typeface="Calibri"/>
                <a:cs typeface="Calibri"/>
                <a:sym typeface="Calibri"/>
              </a:defRPr>
            </a:lvl8pPr>
            <a:lvl9pPr marL="4114800" marR="0" lvl="8" indent="-304800" algn="l" rtl="0">
              <a:lnSpc>
                <a:spcPct val="100000"/>
              </a:lnSpc>
              <a:spcBef>
                <a:spcPts val="1000"/>
              </a:spcBef>
              <a:spcAft>
                <a:spcPts val="1000"/>
              </a:spcAft>
              <a:buClr>
                <a:schemeClr val="lt1"/>
              </a:buClr>
              <a:buSzPts val="1200"/>
              <a:buFont typeface="Arial"/>
              <a:buChar char="•"/>
              <a:defRPr sz="1200" b="0" i="0" u="none" strike="noStrike" cap="none">
                <a:solidFill>
                  <a:schemeClr val="lt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9"/>
          <p:cNvSpPr txBox="1">
            <a:spLocks noGrp="1"/>
          </p:cNvSpPr>
          <p:nvPr>
            <p:ph type="ctrTitle"/>
          </p:nvPr>
        </p:nvSpPr>
        <p:spPr>
          <a:xfrm>
            <a:off x="830633" y="868892"/>
            <a:ext cx="10530733" cy="2421464"/>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lt1"/>
              </a:buClr>
              <a:buSzPts val="2800"/>
              <a:buFont typeface="Play"/>
              <a:buNone/>
            </a:pPr>
            <a:r>
              <a:rPr lang="en-US" sz="3900" b="1" dirty="0">
                <a:latin typeface="Play"/>
                <a:ea typeface="Play"/>
                <a:cs typeface="Play"/>
                <a:sym typeface="Play"/>
              </a:rPr>
              <a:t>Chat, Tap, Scan, Pay, and Repeat: WeChat Pay’s Continuous Usage Intention Through the S-O-R Model</a:t>
            </a:r>
            <a:endParaRPr lang="en-US" sz="4700" b="1" dirty="0">
              <a:latin typeface="Play"/>
              <a:ea typeface="Play"/>
              <a:cs typeface="Play"/>
              <a:sym typeface="Play"/>
            </a:endParaRPr>
          </a:p>
        </p:txBody>
      </p:sp>
      <p:sp>
        <p:nvSpPr>
          <p:cNvPr id="145" name="Google Shape;145;p19"/>
          <p:cNvSpPr txBox="1">
            <a:spLocks noGrp="1"/>
          </p:cNvSpPr>
          <p:nvPr>
            <p:ph type="subTitle" idx="1"/>
          </p:nvPr>
        </p:nvSpPr>
        <p:spPr>
          <a:xfrm>
            <a:off x="831050" y="4112600"/>
            <a:ext cx="10530900" cy="1164300"/>
          </a:xfrm>
          <a:prstGeom prst="rect">
            <a:avLst/>
          </a:prstGeom>
          <a:noFill/>
          <a:ln>
            <a:noFill/>
          </a:ln>
        </p:spPr>
        <p:txBody>
          <a:bodyPr spcFirstLastPara="1" wrap="square" lIns="91425" tIns="45700" rIns="91425" bIns="45700" anchor="t" anchorCtr="0">
            <a:normAutofit/>
          </a:bodyPr>
          <a:lstStyle/>
          <a:p>
            <a:pPr marL="0" lvl="0" indent="0" algn="l" rtl="0">
              <a:spcBef>
                <a:spcPts val="1000"/>
              </a:spcBef>
              <a:spcAft>
                <a:spcPts val="0"/>
              </a:spcAft>
              <a:buSzPts val="1900"/>
              <a:buNone/>
            </a:pPr>
            <a:r>
              <a:rPr lang="en-US" sz="2300" b="1">
                <a:latin typeface="Play"/>
                <a:ea typeface="Play"/>
                <a:cs typeface="Play"/>
                <a:sym typeface="Play"/>
              </a:rPr>
              <a:t>MUSTAFA CAN ÇALIŞKAN, 504251544</a:t>
            </a:r>
            <a:endParaRPr sz="2300" b="1">
              <a:latin typeface="Play"/>
              <a:ea typeface="Play"/>
              <a:cs typeface="Play"/>
              <a:sym typeface="Play"/>
            </a:endParaRPr>
          </a:p>
          <a:p>
            <a:pPr marL="0" lvl="0" indent="0" algn="l" rtl="0">
              <a:spcBef>
                <a:spcPts val="1000"/>
              </a:spcBef>
              <a:spcAft>
                <a:spcPts val="0"/>
              </a:spcAft>
              <a:buClr>
                <a:schemeClr val="dk1"/>
              </a:buClr>
              <a:buSzPts val="1900"/>
              <a:buFont typeface="Arial"/>
              <a:buNone/>
            </a:pPr>
            <a:r>
              <a:rPr lang="en-US" sz="2300" b="1">
                <a:latin typeface="Play"/>
                <a:ea typeface="Play"/>
                <a:cs typeface="Play"/>
                <a:sym typeface="Play"/>
              </a:rPr>
              <a:t>BLG 640E - Security in Financial Information Systems</a:t>
            </a:r>
            <a:endParaRPr sz="2300" b="1">
              <a:latin typeface="Play"/>
              <a:ea typeface="Play"/>
              <a:cs typeface="Play"/>
              <a:sym typeface="Play"/>
            </a:endParaRPr>
          </a:p>
        </p:txBody>
      </p:sp>
      <p:sp>
        <p:nvSpPr>
          <p:cNvPr id="146" name="Google Shape;146;p19"/>
          <p:cNvSpPr txBox="1">
            <a:spLocks noGrp="1"/>
          </p:cNvSpPr>
          <p:nvPr>
            <p:ph type="subTitle" idx="1"/>
          </p:nvPr>
        </p:nvSpPr>
        <p:spPr>
          <a:xfrm>
            <a:off x="830625" y="6154225"/>
            <a:ext cx="10635000" cy="570900"/>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1000"/>
              </a:spcBef>
              <a:spcAft>
                <a:spcPts val="0"/>
              </a:spcAft>
              <a:buSzPts val="902"/>
              <a:buNone/>
            </a:pPr>
            <a:r>
              <a:rPr lang="en-US" sz="1392" dirty="0">
                <a:latin typeface="Play"/>
                <a:ea typeface="Play"/>
                <a:cs typeface="Play"/>
                <a:sym typeface="Play"/>
              </a:rPr>
              <a:t>Yang Tian, Tak Jie Chan, </a:t>
            </a:r>
            <a:r>
              <a:rPr lang="en-US" sz="1392" dirty="0" err="1">
                <a:latin typeface="Play"/>
                <a:ea typeface="Play"/>
                <a:cs typeface="Play"/>
                <a:sym typeface="Play"/>
              </a:rPr>
              <a:t>Tze</a:t>
            </a:r>
            <a:r>
              <a:rPr lang="en-US" sz="1392" dirty="0">
                <a:latin typeface="Play"/>
                <a:ea typeface="Play"/>
                <a:cs typeface="Play"/>
                <a:sym typeface="Play"/>
              </a:rPr>
              <a:t> Wei Liew, Ming Hui Chen, Huan Na Liu</a:t>
            </a:r>
            <a:r>
              <a:rPr lang="tr-TR" sz="1392" dirty="0">
                <a:latin typeface="Play"/>
                <a:ea typeface="Play"/>
                <a:cs typeface="Play"/>
                <a:sym typeface="Play"/>
              </a:rPr>
              <a:t>, </a:t>
            </a:r>
            <a:r>
              <a:rPr lang="en-US" sz="1392" dirty="0">
                <a:latin typeface="Play"/>
                <a:ea typeface="Play"/>
                <a:cs typeface="Play"/>
                <a:sym typeface="Play"/>
              </a:rPr>
              <a:t>Human Behavior and Emerging Technologies,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0"/>
          <p:cNvSpPr txBox="1">
            <a:spLocks noGrp="1"/>
          </p:cNvSpPr>
          <p:nvPr>
            <p:ph type="title"/>
          </p:nvPr>
        </p:nvSpPr>
        <p:spPr>
          <a:xfrm>
            <a:off x="685801" y="609600"/>
            <a:ext cx="10131300" cy="14562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200"/>
              <a:buFont typeface="Play"/>
              <a:buNone/>
            </a:pPr>
            <a:r>
              <a:rPr lang="en-US" sz="3200" b="1" dirty="0">
                <a:latin typeface="Play"/>
                <a:ea typeface="Play"/>
                <a:cs typeface="Play"/>
                <a:sym typeface="Play"/>
              </a:rPr>
              <a:t>WHY IS THIS TOPIC IMPORTANT?</a:t>
            </a:r>
            <a:endParaRPr lang="en-US" dirty="0"/>
          </a:p>
        </p:txBody>
      </p:sp>
      <p:pic>
        <p:nvPicPr>
          <p:cNvPr id="3" name="Resim 2" descr="metin, mobil telefon, çizgi film, ekran görüntüsü içeren bir resim&#10;&#10;Yapay zeka tarafından oluşturulan içerik yanlış olabilir.">
            <a:extLst>
              <a:ext uri="{FF2B5EF4-FFF2-40B4-BE49-F238E27FC236}">
                <a16:creationId xmlns:a16="http://schemas.microsoft.com/office/drawing/2014/main" id="{72FF6C46-7147-0D73-90EF-2F3FFF58DEC1}"/>
              </a:ext>
            </a:extLst>
          </p:cNvPr>
          <p:cNvPicPr>
            <a:picLocks noChangeAspect="1"/>
          </p:cNvPicPr>
          <p:nvPr/>
        </p:nvPicPr>
        <p:blipFill>
          <a:blip r:embed="rId3"/>
          <a:stretch>
            <a:fillRect/>
          </a:stretch>
        </p:blipFill>
        <p:spPr>
          <a:xfrm>
            <a:off x="7858124" y="2383312"/>
            <a:ext cx="3209925" cy="3209925"/>
          </a:xfrm>
          <a:prstGeom prst="rect">
            <a:avLst/>
          </a:prstGeom>
        </p:spPr>
      </p:pic>
      <p:sp>
        <p:nvSpPr>
          <p:cNvPr id="4" name="Google Shape;146;p19">
            <a:extLst>
              <a:ext uri="{FF2B5EF4-FFF2-40B4-BE49-F238E27FC236}">
                <a16:creationId xmlns:a16="http://schemas.microsoft.com/office/drawing/2014/main" id="{11A10AD6-39CC-2396-ECC2-788872A5CA60}"/>
              </a:ext>
            </a:extLst>
          </p:cNvPr>
          <p:cNvSpPr txBox="1">
            <a:spLocks/>
          </p:cNvSpPr>
          <p:nvPr/>
        </p:nvSpPr>
        <p:spPr>
          <a:xfrm>
            <a:off x="685800" y="6287100"/>
            <a:ext cx="10635000" cy="5709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1pPr>
            <a:lvl2pPr marL="914400" marR="0" lvl="1" indent="-342900" algn="l" rtl="0">
              <a:lnSpc>
                <a:spcPct val="100000"/>
              </a:lnSpc>
              <a:spcBef>
                <a:spcPts val="1000"/>
              </a:spcBef>
              <a:spcAft>
                <a:spcPts val="0"/>
              </a:spcAft>
              <a:buClr>
                <a:schemeClr val="lt1"/>
              </a:buClr>
              <a:buSzPts val="1800"/>
              <a:buFont typeface="Arial"/>
              <a:buChar char="•"/>
              <a:defRPr sz="16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1000"/>
              </a:spcBef>
              <a:spcAft>
                <a:spcPts val="0"/>
              </a:spcAft>
              <a:buClr>
                <a:schemeClr val="lt1"/>
              </a:buClr>
              <a:buSzPts val="1800"/>
              <a:buFont typeface="Arial"/>
              <a:buChar char="•"/>
              <a:defRPr sz="14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1000"/>
              </a:spcBef>
              <a:spcAft>
                <a:spcPts val="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1000"/>
              </a:spcBef>
              <a:spcAft>
                <a:spcPts val="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9pPr>
          </a:lstStyle>
          <a:p>
            <a:pPr marL="0" indent="0">
              <a:lnSpc>
                <a:spcPct val="80000"/>
              </a:lnSpc>
              <a:spcBef>
                <a:spcPts val="1000"/>
              </a:spcBef>
              <a:buSzPts val="902"/>
              <a:buFont typeface="Arial"/>
              <a:buNone/>
            </a:pPr>
            <a:r>
              <a:rPr lang="tr-TR" sz="1050" dirty="0" err="1">
                <a:latin typeface="Play"/>
                <a:ea typeface="Play"/>
                <a:cs typeface="Play"/>
                <a:sym typeface="Play"/>
              </a:rPr>
              <a:t>Stock</a:t>
            </a:r>
            <a:r>
              <a:rPr lang="tr-TR" sz="1050" dirty="0">
                <a:latin typeface="Play"/>
                <a:ea typeface="Play"/>
                <a:cs typeface="Play"/>
                <a:sym typeface="Play"/>
              </a:rPr>
              <a:t> </a:t>
            </a:r>
            <a:r>
              <a:rPr lang="tr-TR" sz="1050" dirty="0" err="1">
                <a:latin typeface="Play"/>
                <a:ea typeface="Play"/>
                <a:cs typeface="Play"/>
                <a:sym typeface="Play"/>
              </a:rPr>
              <a:t>photo</a:t>
            </a:r>
            <a:r>
              <a:rPr lang="tr-TR" sz="1050" dirty="0">
                <a:latin typeface="Play"/>
                <a:ea typeface="Play"/>
                <a:cs typeface="Play"/>
                <a:sym typeface="Play"/>
              </a:rPr>
              <a:t> </a:t>
            </a:r>
            <a:r>
              <a:rPr lang="tr-TR" sz="1050" dirty="0" err="1">
                <a:latin typeface="Play"/>
                <a:ea typeface="Play"/>
                <a:cs typeface="Play"/>
                <a:sym typeface="Play"/>
              </a:rPr>
              <a:t>source</a:t>
            </a:r>
            <a:r>
              <a:rPr lang="tr-TR" sz="1050" dirty="0">
                <a:latin typeface="Play"/>
                <a:ea typeface="Play"/>
                <a:cs typeface="Play"/>
                <a:sym typeface="Play"/>
              </a:rPr>
              <a:t>: https://www.freepik.com/free-vector/illustrated-person-scanning-qr-code-with-smartphone_9457132.htm</a:t>
            </a:r>
            <a:endParaRPr lang="en-US" sz="1050" dirty="0">
              <a:latin typeface="Play"/>
              <a:ea typeface="Play"/>
              <a:cs typeface="Play"/>
              <a:sym typeface="Play"/>
            </a:endParaRPr>
          </a:p>
        </p:txBody>
      </p:sp>
      <p:sp>
        <p:nvSpPr>
          <p:cNvPr id="2" name="Metin Yer Tutucusu 2">
            <a:extLst>
              <a:ext uri="{FF2B5EF4-FFF2-40B4-BE49-F238E27FC236}">
                <a16:creationId xmlns:a16="http://schemas.microsoft.com/office/drawing/2014/main" id="{30149497-F379-1F43-6B27-1391BBE9B624}"/>
              </a:ext>
            </a:extLst>
          </p:cNvPr>
          <p:cNvSpPr>
            <a:spLocks noGrp="1"/>
          </p:cNvSpPr>
          <p:nvPr>
            <p:ph type="body" idx="1"/>
          </p:nvPr>
        </p:nvSpPr>
        <p:spPr>
          <a:xfrm>
            <a:off x="894879" y="2163707"/>
            <a:ext cx="6518562" cy="3649133"/>
          </a:xfrm>
        </p:spPr>
        <p:txBody>
          <a:bodyPr/>
          <a:lstStyle/>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Mobile payments are now part of daily financial life</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Super-apps combine messaging, commerce, and payment</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Continued use depends on trust, value, and perceived risk</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This topic is important for both business and security</a:t>
            </a:r>
          </a:p>
        </p:txBody>
      </p:sp>
    </p:spTree>
    <p:extLst>
      <p:ext uri="{BB962C8B-B14F-4D97-AF65-F5344CB8AC3E}">
        <p14:creationId xmlns:p14="http://schemas.microsoft.com/office/powerpoint/2010/main" val="953522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0"/>
          <p:cNvSpPr txBox="1">
            <a:spLocks noGrp="1"/>
          </p:cNvSpPr>
          <p:nvPr>
            <p:ph type="title"/>
          </p:nvPr>
        </p:nvSpPr>
        <p:spPr>
          <a:xfrm>
            <a:off x="685801" y="609600"/>
            <a:ext cx="10131300" cy="14562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200"/>
              <a:buFont typeface="Play"/>
              <a:buNone/>
            </a:pPr>
            <a:r>
              <a:rPr lang="en-US" sz="3200" b="1" dirty="0">
                <a:latin typeface="Play"/>
                <a:ea typeface="Play"/>
                <a:cs typeface="Play"/>
                <a:sym typeface="Play"/>
              </a:rPr>
              <a:t>WHY W</a:t>
            </a:r>
            <a:r>
              <a:rPr lang="tr-TR" sz="3200" b="1" dirty="0">
                <a:latin typeface="Play"/>
                <a:ea typeface="Play"/>
                <a:cs typeface="Play"/>
                <a:sym typeface="Play"/>
              </a:rPr>
              <a:t>e</a:t>
            </a:r>
            <a:r>
              <a:rPr lang="en-US" sz="3200" b="1" dirty="0">
                <a:latin typeface="Play"/>
                <a:ea typeface="Play"/>
                <a:cs typeface="Play"/>
                <a:sym typeface="Play"/>
              </a:rPr>
              <a:t>C</a:t>
            </a:r>
            <a:r>
              <a:rPr lang="tr-TR" sz="3200" b="1" dirty="0">
                <a:latin typeface="Play"/>
                <a:ea typeface="Play"/>
                <a:cs typeface="Play"/>
                <a:sym typeface="Play"/>
              </a:rPr>
              <a:t>hat</a:t>
            </a:r>
            <a:r>
              <a:rPr lang="en-US" sz="3200" b="1" dirty="0">
                <a:latin typeface="Play"/>
                <a:ea typeface="Play"/>
                <a:cs typeface="Play"/>
                <a:sym typeface="Play"/>
              </a:rPr>
              <a:t> PAY? WHY MALAYSIA?</a:t>
            </a:r>
            <a:endParaRPr lang="en-US" dirty="0"/>
          </a:p>
        </p:txBody>
      </p:sp>
      <p:sp>
        <p:nvSpPr>
          <p:cNvPr id="4" name="Google Shape;146;p19">
            <a:extLst>
              <a:ext uri="{FF2B5EF4-FFF2-40B4-BE49-F238E27FC236}">
                <a16:creationId xmlns:a16="http://schemas.microsoft.com/office/drawing/2014/main" id="{11A10AD6-39CC-2396-ECC2-788872A5CA60}"/>
              </a:ext>
            </a:extLst>
          </p:cNvPr>
          <p:cNvSpPr txBox="1">
            <a:spLocks/>
          </p:cNvSpPr>
          <p:nvPr/>
        </p:nvSpPr>
        <p:spPr>
          <a:xfrm>
            <a:off x="685800" y="6287100"/>
            <a:ext cx="10635000" cy="5709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1pPr>
            <a:lvl2pPr marL="914400" marR="0" lvl="1" indent="-342900" algn="l" rtl="0">
              <a:lnSpc>
                <a:spcPct val="100000"/>
              </a:lnSpc>
              <a:spcBef>
                <a:spcPts val="1000"/>
              </a:spcBef>
              <a:spcAft>
                <a:spcPts val="0"/>
              </a:spcAft>
              <a:buClr>
                <a:schemeClr val="lt1"/>
              </a:buClr>
              <a:buSzPts val="1800"/>
              <a:buFont typeface="Arial"/>
              <a:buChar char="•"/>
              <a:defRPr sz="16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1000"/>
              </a:spcBef>
              <a:spcAft>
                <a:spcPts val="0"/>
              </a:spcAft>
              <a:buClr>
                <a:schemeClr val="lt1"/>
              </a:buClr>
              <a:buSzPts val="1800"/>
              <a:buFont typeface="Arial"/>
              <a:buChar char="•"/>
              <a:defRPr sz="14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1000"/>
              </a:spcBef>
              <a:spcAft>
                <a:spcPts val="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1000"/>
              </a:spcBef>
              <a:spcAft>
                <a:spcPts val="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9pPr>
          </a:lstStyle>
          <a:p>
            <a:pPr marL="0" indent="0">
              <a:lnSpc>
                <a:spcPct val="80000"/>
              </a:lnSpc>
              <a:spcBef>
                <a:spcPts val="1000"/>
              </a:spcBef>
              <a:buSzPts val="902"/>
              <a:buFont typeface="Arial"/>
              <a:buNone/>
            </a:pPr>
            <a:r>
              <a:rPr lang="tr-TR" sz="1050" dirty="0" err="1">
                <a:latin typeface="Play"/>
                <a:ea typeface="Play"/>
                <a:cs typeface="Play"/>
                <a:sym typeface="Play"/>
              </a:rPr>
              <a:t>Stock</a:t>
            </a:r>
            <a:r>
              <a:rPr lang="tr-TR" sz="1050" dirty="0">
                <a:latin typeface="Play"/>
                <a:ea typeface="Play"/>
                <a:cs typeface="Play"/>
                <a:sym typeface="Play"/>
              </a:rPr>
              <a:t> </a:t>
            </a:r>
            <a:r>
              <a:rPr lang="tr-TR" sz="1050" dirty="0" err="1">
                <a:latin typeface="Play"/>
                <a:ea typeface="Play"/>
                <a:cs typeface="Play"/>
                <a:sym typeface="Play"/>
              </a:rPr>
              <a:t>photo</a:t>
            </a:r>
            <a:r>
              <a:rPr lang="tr-TR" sz="1050" dirty="0">
                <a:latin typeface="Play"/>
                <a:ea typeface="Play"/>
                <a:cs typeface="Play"/>
                <a:sym typeface="Play"/>
              </a:rPr>
              <a:t> </a:t>
            </a:r>
            <a:r>
              <a:rPr lang="tr-TR" sz="1050" dirty="0" err="1">
                <a:latin typeface="Play"/>
                <a:ea typeface="Play"/>
                <a:cs typeface="Play"/>
                <a:sym typeface="Play"/>
              </a:rPr>
              <a:t>source</a:t>
            </a:r>
            <a:r>
              <a:rPr lang="tr-TR" sz="1050" dirty="0">
                <a:latin typeface="Play"/>
                <a:ea typeface="Play"/>
                <a:cs typeface="Play"/>
                <a:sym typeface="Play"/>
              </a:rPr>
              <a:t>: https://www.freepik.com/premium-photo/person-pays-purchase-using-smartphone-through-payment-terminal-street-cafe_22235271.htm</a:t>
            </a:r>
            <a:endParaRPr lang="en-US" sz="1050" dirty="0">
              <a:latin typeface="Play"/>
              <a:ea typeface="Play"/>
              <a:cs typeface="Play"/>
              <a:sym typeface="Play"/>
            </a:endParaRPr>
          </a:p>
        </p:txBody>
      </p:sp>
      <p:sp>
        <p:nvSpPr>
          <p:cNvPr id="2" name="Metin Yer Tutucusu 2">
            <a:extLst>
              <a:ext uri="{FF2B5EF4-FFF2-40B4-BE49-F238E27FC236}">
                <a16:creationId xmlns:a16="http://schemas.microsoft.com/office/drawing/2014/main" id="{30149497-F379-1F43-6B27-1391BBE9B624}"/>
              </a:ext>
            </a:extLst>
          </p:cNvPr>
          <p:cNvSpPr>
            <a:spLocks noGrp="1"/>
          </p:cNvSpPr>
          <p:nvPr>
            <p:ph type="body" idx="1"/>
          </p:nvPr>
        </p:nvSpPr>
        <p:spPr>
          <a:xfrm>
            <a:off x="894879" y="2163707"/>
            <a:ext cx="6518562" cy="3649133"/>
          </a:xfrm>
        </p:spPr>
        <p:txBody>
          <a:bodyPr/>
          <a:lstStyle/>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WeChat is a social platform with an integrated payment function</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The study focuses on Malaysian WeChat Pay users</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The case is interesting because WeChat Pay became less prominent in Malaysia</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The paper asks: what drives continued use in this context?</a:t>
            </a:r>
          </a:p>
        </p:txBody>
      </p:sp>
      <p:pic>
        <p:nvPicPr>
          <p:cNvPr id="6" name="Resim 5" descr="kişi, şahıs, iç mekan, küçük alet, mobil telefon içeren bir resim&#10;&#10;Yapay zeka tarafından oluşturulan içerik yanlış olabilir.">
            <a:extLst>
              <a:ext uri="{FF2B5EF4-FFF2-40B4-BE49-F238E27FC236}">
                <a16:creationId xmlns:a16="http://schemas.microsoft.com/office/drawing/2014/main" id="{53FBFD31-9C45-F2A6-8190-F19247D54D4E}"/>
              </a:ext>
            </a:extLst>
          </p:cNvPr>
          <p:cNvPicPr>
            <a:picLocks noChangeAspect="1"/>
          </p:cNvPicPr>
          <p:nvPr/>
        </p:nvPicPr>
        <p:blipFill>
          <a:blip r:embed="rId3"/>
          <a:stretch>
            <a:fillRect/>
          </a:stretch>
        </p:blipFill>
        <p:spPr>
          <a:xfrm>
            <a:off x="7413441" y="2349274"/>
            <a:ext cx="4144986" cy="2761117"/>
          </a:xfrm>
          <a:prstGeom prst="rect">
            <a:avLst/>
          </a:prstGeom>
        </p:spPr>
      </p:pic>
    </p:spTree>
    <p:extLst>
      <p:ext uri="{BB962C8B-B14F-4D97-AF65-F5344CB8AC3E}">
        <p14:creationId xmlns:p14="http://schemas.microsoft.com/office/powerpoint/2010/main" val="2447011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0"/>
          <p:cNvSpPr txBox="1">
            <a:spLocks noGrp="1"/>
          </p:cNvSpPr>
          <p:nvPr>
            <p:ph type="title"/>
          </p:nvPr>
        </p:nvSpPr>
        <p:spPr>
          <a:xfrm>
            <a:off x="685801" y="609600"/>
            <a:ext cx="10131300" cy="14562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200"/>
              <a:buFont typeface="Play"/>
              <a:buNone/>
            </a:pPr>
            <a:r>
              <a:rPr lang="en-US" sz="3200" b="1" dirty="0">
                <a:latin typeface="Play"/>
                <a:ea typeface="Play"/>
                <a:cs typeface="Play"/>
                <a:sym typeface="Play"/>
              </a:rPr>
              <a:t>STATE OF THE ART</a:t>
            </a:r>
            <a:endParaRPr lang="en-US" dirty="0"/>
          </a:p>
        </p:txBody>
      </p:sp>
      <p:sp>
        <p:nvSpPr>
          <p:cNvPr id="2" name="Metin Yer Tutucusu 2">
            <a:extLst>
              <a:ext uri="{FF2B5EF4-FFF2-40B4-BE49-F238E27FC236}">
                <a16:creationId xmlns:a16="http://schemas.microsoft.com/office/drawing/2014/main" id="{30149497-F379-1F43-6B27-1391BBE9B624}"/>
              </a:ext>
            </a:extLst>
          </p:cNvPr>
          <p:cNvSpPr>
            <a:spLocks noGrp="1"/>
          </p:cNvSpPr>
          <p:nvPr>
            <p:ph type="body" idx="1"/>
          </p:nvPr>
        </p:nvSpPr>
        <p:spPr>
          <a:xfrm>
            <a:off x="894879" y="2163707"/>
            <a:ext cx="9922222" cy="3649133"/>
          </a:xfrm>
        </p:spPr>
        <p:txBody>
          <a:bodyPr/>
          <a:lstStyle/>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Earlier studies mainly examined usefulness, convenience, and ease of use</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Functional benefits were studied more than social benefits</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Risk was discussed, but often in a limited way</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Less attention was given to social-payment platforms and post-adoption behavior</a:t>
            </a:r>
          </a:p>
        </p:txBody>
      </p:sp>
    </p:spTree>
    <p:extLst>
      <p:ext uri="{BB962C8B-B14F-4D97-AF65-F5344CB8AC3E}">
        <p14:creationId xmlns:p14="http://schemas.microsoft.com/office/powerpoint/2010/main" val="2161037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0"/>
          <p:cNvSpPr txBox="1">
            <a:spLocks noGrp="1"/>
          </p:cNvSpPr>
          <p:nvPr>
            <p:ph type="title"/>
          </p:nvPr>
        </p:nvSpPr>
        <p:spPr>
          <a:xfrm>
            <a:off x="685801" y="609600"/>
            <a:ext cx="10131300" cy="14562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200"/>
              <a:buFont typeface="Play"/>
              <a:buNone/>
            </a:pPr>
            <a:r>
              <a:rPr lang="en-US" sz="3200" b="1" dirty="0">
                <a:latin typeface="Play"/>
                <a:ea typeface="Play"/>
                <a:cs typeface="Play"/>
                <a:sym typeface="Play"/>
              </a:rPr>
              <a:t>THEORETICAL LENS: S-O-R MODEL</a:t>
            </a:r>
            <a:endParaRPr lang="en-US" dirty="0"/>
          </a:p>
        </p:txBody>
      </p:sp>
      <p:sp>
        <p:nvSpPr>
          <p:cNvPr id="2" name="Metin Yer Tutucusu 2">
            <a:extLst>
              <a:ext uri="{FF2B5EF4-FFF2-40B4-BE49-F238E27FC236}">
                <a16:creationId xmlns:a16="http://schemas.microsoft.com/office/drawing/2014/main" id="{30149497-F379-1F43-6B27-1391BBE9B624}"/>
              </a:ext>
            </a:extLst>
          </p:cNvPr>
          <p:cNvSpPr>
            <a:spLocks noGrp="1"/>
          </p:cNvSpPr>
          <p:nvPr>
            <p:ph type="body" idx="1"/>
          </p:nvPr>
        </p:nvSpPr>
        <p:spPr>
          <a:xfrm>
            <a:off x="894879" y="2163707"/>
            <a:ext cx="4920294" cy="3649133"/>
          </a:xfrm>
        </p:spPr>
        <p:txBody>
          <a:bodyPr/>
          <a:lstStyle/>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Stimulus = external factors from the environment</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Organism = internal evaluations and psychological states</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Response = resulting behavior</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The model explains how platform features shape user behavior</a:t>
            </a:r>
          </a:p>
        </p:txBody>
      </p:sp>
      <p:pic>
        <p:nvPicPr>
          <p:cNvPr id="4" name="Resim 3">
            <a:extLst>
              <a:ext uri="{FF2B5EF4-FFF2-40B4-BE49-F238E27FC236}">
                <a16:creationId xmlns:a16="http://schemas.microsoft.com/office/drawing/2014/main" id="{99F23BAC-6D64-6C22-ED61-811D83D070F0}"/>
              </a:ext>
            </a:extLst>
          </p:cNvPr>
          <p:cNvPicPr>
            <a:picLocks noChangeAspect="1"/>
          </p:cNvPicPr>
          <p:nvPr/>
        </p:nvPicPr>
        <p:blipFill>
          <a:blip r:embed="rId3"/>
          <a:stretch>
            <a:fillRect/>
          </a:stretch>
        </p:blipFill>
        <p:spPr>
          <a:xfrm>
            <a:off x="6096000" y="2317865"/>
            <a:ext cx="5578953" cy="3340815"/>
          </a:xfrm>
          <a:prstGeom prst="rect">
            <a:avLst/>
          </a:prstGeom>
        </p:spPr>
      </p:pic>
    </p:spTree>
    <p:extLst>
      <p:ext uri="{BB962C8B-B14F-4D97-AF65-F5344CB8AC3E}">
        <p14:creationId xmlns:p14="http://schemas.microsoft.com/office/powerpoint/2010/main" val="1068284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0"/>
          <p:cNvSpPr txBox="1">
            <a:spLocks noGrp="1"/>
          </p:cNvSpPr>
          <p:nvPr>
            <p:ph type="title"/>
          </p:nvPr>
        </p:nvSpPr>
        <p:spPr>
          <a:xfrm>
            <a:off x="685801" y="609600"/>
            <a:ext cx="10131300" cy="14562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200"/>
              <a:buFont typeface="Play"/>
              <a:buNone/>
            </a:pPr>
            <a:r>
              <a:rPr lang="en-US" sz="3200" b="1" dirty="0">
                <a:latin typeface="Play"/>
                <a:ea typeface="Play"/>
                <a:cs typeface="Play"/>
                <a:sym typeface="Play"/>
              </a:rPr>
              <a:t>RESEARCH MODEL</a:t>
            </a:r>
            <a:endParaRPr lang="en-US" dirty="0"/>
          </a:p>
        </p:txBody>
      </p:sp>
      <p:sp>
        <p:nvSpPr>
          <p:cNvPr id="2" name="Metin Yer Tutucusu 2">
            <a:extLst>
              <a:ext uri="{FF2B5EF4-FFF2-40B4-BE49-F238E27FC236}">
                <a16:creationId xmlns:a16="http://schemas.microsoft.com/office/drawing/2014/main" id="{30149497-F379-1F43-6B27-1391BBE9B624}"/>
              </a:ext>
            </a:extLst>
          </p:cNvPr>
          <p:cNvSpPr>
            <a:spLocks noGrp="1"/>
          </p:cNvSpPr>
          <p:nvPr>
            <p:ph type="body" idx="1"/>
          </p:nvPr>
        </p:nvSpPr>
        <p:spPr>
          <a:xfrm>
            <a:off x="894879" y="2163707"/>
            <a:ext cx="4920294" cy="3649133"/>
          </a:xfrm>
        </p:spPr>
        <p:txBody>
          <a:bodyPr/>
          <a:lstStyle/>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Interactivity and user interaction are the main stimuli</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Functional value, social value, risk, and engagement are the internal mechanisms</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Continuance intention is the final outcome</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Innovativeness and anxiety are tested as moderators</a:t>
            </a:r>
          </a:p>
        </p:txBody>
      </p:sp>
      <p:pic>
        <p:nvPicPr>
          <p:cNvPr id="4" name="Resim 3">
            <a:extLst>
              <a:ext uri="{FF2B5EF4-FFF2-40B4-BE49-F238E27FC236}">
                <a16:creationId xmlns:a16="http://schemas.microsoft.com/office/drawing/2014/main" id="{99F23BAC-6D64-6C22-ED61-811D83D070F0}"/>
              </a:ext>
            </a:extLst>
          </p:cNvPr>
          <p:cNvPicPr>
            <a:picLocks noChangeAspect="1"/>
          </p:cNvPicPr>
          <p:nvPr/>
        </p:nvPicPr>
        <p:blipFill>
          <a:blip r:embed="rId3"/>
          <a:stretch>
            <a:fillRect/>
          </a:stretch>
        </p:blipFill>
        <p:spPr>
          <a:xfrm>
            <a:off x="6096000" y="2317865"/>
            <a:ext cx="5578953" cy="3340815"/>
          </a:xfrm>
          <a:prstGeom prst="rect">
            <a:avLst/>
          </a:prstGeom>
        </p:spPr>
      </p:pic>
    </p:spTree>
    <p:extLst>
      <p:ext uri="{BB962C8B-B14F-4D97-AF65-F5344CB8AC3E}">
        <p14:creationId xmlns:p14="http://schemas.microsoft.com/office/powerpoint/2010/main" val="1350811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0"/>
          <p:cNvSpPr txBox="1">
            <a:spLocks noGrp="1"/>
          </p:cNvSpPr>
          <p:nvPr>
            <p:ph type="title"/>
          </p:nvPr>
        </p:nvSpPr>
        <p:spPr>
          <a:xfrm>
            <a:off x="685801" y="609600"/>
            <a:ext cx="10131300" cy="14562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200"/>
              <a:buFont typeface="Play"/>
              <a:buNone/>
            </a:pPr>
            <a:r>
              <a:rPr lang="en-US" sz="3200" b="1" dirty="0">
                <a:latin typeface="Play"/>
                <a:ea typeface="Play"/>
                <a:cs typeface="Play"/>
                <a:sym typeface="Play"/>
              </a:rPr>
              <a:t>METHODOLOGY</a:t>
            </a:r>
            <a:endParaRPr lang="en-US" dirty="0"/>
          </a:p>
        </p:txBody>
      </p:sp>
      <p:sp>
        <p:nvSpPr>
          <p:cNvPr id="2" name="Metin Yer Tutucusu 2">
            <a:extLst>
              <a:ext uri="{FF2B5EF4-FFF2-40B4-BE49-F238E27FC236}">
                <a16:creationId xmlns:a16="http://schemas.microsoft.com/office/drawing/2014/main" id="{30149497-F379-1F43-6B27-1391BBE9B624}"/>
              </a:ext>
            </a:extLst>
          </p:cNvPr>
          <p:cNvSpPr>
            <a:spLocks noGrp="1"/>
          </p:cNvSpPr>
          <p:nvPr>
            <p:ph type="body" idx="1"/>
          </p:nvPr>
        </p:nvSpPr>
        <p:spPr>
          <a:xfrm>
            <a:off x="894879" y="2163707"/>
            <a:ext cx="5992304" cy="3649133"/>
          </a:xfrm>
        </p:spPr>
        <p:txBody>
          <a:bodyPr/>
          <a:lstStyle/>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Quantitative cross-sectional survey</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407 usable responses</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Malaysian WeChat Pay users</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Analysis with PLS-SEM and moderation testing</a:t>
            </a:r>
          </a:p>
        </p:txBody>
      </p:sp>
      <p:pic>
        <p:nvPicPr>
          <p:cNvPr id="5" name="Resim 4" descr="metin, bilgisayar, dizüstü, kişi, şahıs içeren bir resim&#10;&#10;Yapay zeka tarafından oluşturulan içerik yanlış olabilir.">
            <a:extLst>
              <a:ext uri="{FF2B5EF4-FFF2-40B4-BE49-F238E27FC236}">
                <a16:creationId xmlns:a16="http://schemas.microsoft.com/office/drawing/2014/main" id="{3D39F364-91F6-D6D4-2760-2B24741F7D46}"/>
              </a:ext>
            </a:extLst>
          </p:cNvPr>
          <p:cNvPicPr>
            <a:picLocks noChangeAspect="1"/>
          </p:cNvPicPr>
          <p:nvPr/>
        </p:nvPicPr>
        <p:blipFill>
          <a:blip r:embed="rId3"/>
          <a:stretch>
            <a:fillRect/>
          </a:stretch>
        </p:blipFill>
        <p:spPr>
          <a:xfrm>
            <a:off x="6659999" y="2398273"/>
            <a:ext cx="4770000" cy="3180000"/>
          </a:xfrm>
          <a:prstGeom prst="rect">
            <a:avLst/>
          </a:prstGeom>
        </p:spPr>
      </p:pic>
      <p:sp>
        <p:nvSpPr>
          <p:cNvPr id="6" name="Google Shape;146;p19">
            <a:extLst>
              <a:ext uri="{FF2B5EF4-FFF2-40B4-BE49-F238E27FC236}">
                <a16:creationId xmlns:a16="http://schemas.microsoft.com/office/drawing/2014/main" id="{E8B606AB-BE81-9938-2053-F88258DCF3F8}"/>
              </a:ext>
            </a:extLst>
          </p:cNvPr>
          <p:cNvSpPr txBox="1">
            <a:spLocks/>
          </p:cNvSpPr>
          <p:nvPr/>
        </p:nvSpPr>
        <p:spPr>
          <a:xfrm>
            <a:off x="685800" y="6287100"/>
            <a:ext cx="10635000" cy="5709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1pPr>
            <a:lvl2pPr marL="914400" marR="0" lvl="1" indent="-342900" algn="l" rtl="0">
              <a:lnSpc>
                <a:spcPct val="100000"/>
              </a:lnSpc>
              <a:spcBef>
                <a:spcPts val="1000"/>
              </a:spcBef>
              <a:spcAft>
                <a:spcPts val="0"/>
              </a:spcAft>
              <a:buClr>
                <a:schemeClr val="lt1"/>
              </a:buClr>
              <a:buSzPts val="1800"/>
              <a:buFont typeface="Arial"/>
              <a:buChar char="•"/>
              <a:defRPr sz="16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1000"/>
              </a:spcBef>
              <a:spcAft>
                <a:spcPts val="0"/>
              </a:spcAft>
              <a:buClr>
                <a:schemeClr val="lt1"/>
              </a:buClr>
              <a:buSzPts val="1800"/>
              <a:buFont typeface="Arial"/>
              <a:buChar char="•"/>
              <a:defRPr sz="14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1000"/>
              </a:spcBef>
              <a:spcAft>
                <a:spcPts val="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1000"/>
              </a:spcBef>
              <a:spcAft>
                <a:spcPts val="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9pPr>
          </a:lstStyle>
          <a:p>
            <a:pPr marL="0" indent="0">
              <a:lnSpc>
                <a:spcPct val="80000"/>
              </a:lnSpc>
              <a:spcBef>
                <a:spcPts val="1000"/>
              </a:spcBef>
              <a:buSzPts val="902"/>
              <a:buFont typeface="Arial"/>
              <a:buNone/>
            </a:pPr>
            <a:r>
              <a:rPr lang="tr-TR" sz="1050" dirty="0" err="1">
                <a:latin typeface="Play"/>
                <a:ea typeface="Play"/>
                <a:cs typeface="Play"/>
                <a:sym typeface="Play"/>
              </a:rPr>
              <a:t>Stock</a:t>
            </a:r>
            <a:r>
              <a:rPr lang="tr-TR" sz="1050" dirty="0">
                <a:latin typeface="Play"/>
                <a:ea typeface="Play"/>
                <a:cs typeface="Play"/>
                <a:sym typeface="Play"/>
              </a:rPr>
              <a:t> </a:t>
            </a:r>
            <a:r>
              <a:rPr lang="tr-TR" sz="1050" dirty="0" err="1">
                <a:latin typeface="Play"/>
                <a:ea typeface="Play"/>
                <a:cs typeface="Play"/>
                <a:sym typeface="Play"/>
              </a:rPr>
              <a:t>photo</a:t>
            </a:r>
            <a:r>
              <a:rPr lang="tr-TR" sz="1050" dirty="0">
                <a:latin typeface="Play"/>
                <a:ea typeface="Play"/>
                <a:cs typeface="Play"/>
                <a:sym typeface="Play"/>
              </a:rPr>
              <a:t> </a:t>
            </a:r>
            <a:r>
              <a:rPr lang="tr-TR" sz="1050" dirty="0" err="1">
                <a:latin typeface="Play"/>
                <a:ea typeface="Play"/>
                <a:cs typeface="Play"/>
                <a:sym typeface="Play"/>
              </a:rPr>
              <a:t>source</a:t>
            </a:r>
            <a:r>
              <a:rPr lang="tr-TR" sz="1050" dirty="0">
                <a:latin typeface="Play"/>
                <a:ea typeface="Play"/>
                <a:cs typeface="Play"/>
                <a:sym typeface="Play"/>
              </a:rPr>
              <a:t>: https://www.vecteezy.com/photo/70627498-online-survey-on-laptop-businessman-completing-digital-questionnaire-for-data-analysis-and-customer-feedback</a:t>
            </a:r>
            <a:endParaRPr lang="en-US" sz="1050" dirty="0">
              <a:latin typeface="Play"/>
              <a:ea typeface="Play"/>
              <a:cs typeface="Play"/>
              <a:sym typeface="Play"/>
            </a:endParaRPr>
          </a:p>
        </p:txBody>
      </p:sp>
    </p:spTree>
    <p:extLst>
      <p:ext uri="{BB962C8B-B14F-4D97-AF65-F5344CB8AC3E}">
        <p14:creationId xmlns:p14="http://schemas.microsoft.com/office/powerpoint/2010/main" val="3908558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0"/>
          <p:cNvSpPr txBox="1">
            <a:spLocks noGrp="1"/>
          </p:cNvSpPr>
          <p:nvPr>
            <p:ph type="title"/>
          </p:nvPr>
        </p:nvSpPr>
        <p:spPr>
          <a:xfrm>
            <a:off x="685801" y="609600"/>
            <a:ext cx="10131300" cy="14562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200"/>
              <a:buFont typeface="Play"/>
              <a:buNone/>
            </a:pPr>
            <a:r>
              <a:rPr lang="en-US" sz="3200" b="1" dirty="0">
                <a:latin typeface="Play"/>
                <a:ea typeface="Play"/>
                <a:cs typeface="Play"/>
                <a:sym typeface="Play"/>
              </a:rPr>
              <a:t>MAIN FINDINGS</a:t>
            </a:r>
            <a:endParaRPr lang="en-US" dirty="0"/>
          </a:p>
        </p:txBody>
      </p:sp>
      <p:sp>
        <p:nvSpPr>
          <p:cNvPr id="2" name="Metin Yer Tutucusu 2">
            <a:extLst>
              <a:ext uri="{FF2B5EF4-FFF2-40B4-BE49-F238E27FC236}">
                <a16:creationId xmlns:a16="http://schemas.microsoft.com/office/drawing/2014/main" id="{30149497-F379-1F43-6B27-1391BBE9B624}"/>
              </a:ext>
            </a:extLst>
          </p:cNvPr>
          <p:cNvSpPr>
            <a:spLocks noGrp="1"/>
          </p:cNvSpPr>
          <p:nvPr>
            <p:ph type="body" idx="1"/>
          </p:nvPr>
        </p:nvSpPr>
        <p:spPr>
          <a:xfrm>
            <a:off x="894879" y="2163707"/>
            <a:ext cx="4513700" cy="3649133"/>
          </a:xfrm>
        </p:spPr>
        <p:txBody>
          <a:bodyPr/>
          <a:lstStyle/>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Interactivity increased functional value and social value</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Consumer-to-consumer interaction also increased both values</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Functional value and social value increased behavioral engagement</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Behavioral engagement strongly increased continuance intention</a:t>
            </a:r>
          </a:p>
        </p:txBody>
      </p:sp>
      <p:pic>
        <p:nvPicPr>
          <p:cNvPr id="7" name="Resim 6">
            <a:extLst>
              <a:ext uri="{FF2B5EF4-FFF2-40B4-BE49-F238E27FC236}">
                <a16:creationId xmlns:a16="http://schemas.microsoft.com/office/drawing/2014/main" id="{59D65929-5EB1-58C8-6EB2-1649F8DC8F7B}"/>
              </a:ext>
            </a:extLst>
          </p:cNvPr>
          <p:cNvPicPr>
            <a:picLocks noChangeAspect="1"/>
          </p:cNvPicPr>
          <p:nvPr/>
        </p:nvPicPr>
        <p:blipFill>
          <a:blip r:embed="rId3"/>
          <a:stretch>
            <a:fillRect/>
          </a:stretch>
        </p:blipFill>
        <p:spPr>
          <a:xfrm>
            <a:off x="5676433" y="1984443"/>
            <a:ext cx="5753567" cy="3614363"/>
          </a:xfrm>
          <a:prstGeom prst="rect">
            <a:avLst/>
          </a:prstGeom>
        </p:spPr>
      </p:pic>
    </p:spTree>
    <p:extLst>
      <p:ext uri="{BB962C8B-B14F-4D97-AF65-F5344CB8AC3E}">
        <p14:creationId xmlns:p14="http://schemas.microsoft.com/office/powerpoint/2010/main" val="832264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0"/>
          <p:cNvSpPr txBox="1">
            <a:spLocks noGrp="1"/>
          </p:cNvSpPr>
          <p:nvPr>
            <p:ph type="title"/>
          </p:nvPr>
        </p:nvSpPr>
        <p:spPr>
          <a:xfrm>
            <a:off x="685801" y="609600"/>
            <a:ext cx="10131300" cy="14562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200"/>
              <a:buFont typeface="Play"/>
              <a:buNone/>
            </a:pPr>
            <a:r>
              <a:rPr lang="en-US" sz="3200" b="1" dirty="0">
                <a:latin typeface="Play"/>
                <a:ea typeface="Play"/>
                <a:cs typeface="Play"/>
                <a:sym typeface="Play"/>
              </a:rPr>
              <a:t>SURPRISING FINDINGS</a:t>
            </a:r>
            <a:endParaRPr lang="en-US" dirty="0"/>
          </a:p>
        </p:txBody>
      </p:sp>
      <p:sp>
        <p:nvSpPr>
          <p:cNvPr id="2" name="Metin Yer Tutucusu 2">
            <a:extLst>
              <a:ext uri="{FF2B5EF4-FFF2-40B4-BE49-F238E27FC236}">
                <a16:creationId xmlns:a16="http://schemas.microsoft.com/office/drawing/2014/main" id="{30149497-F379-1F43-6B27-1391BBE9B624}"/>
              </a:ext>
            </a:extLst>
          </p:cNvPr>
          <p:cNvSpPr>
            <a:spLocks noGrp="1"/>
          </p:cNvSpPr>
          <p:nvPr>
            <p:ph type="body" idx="1"/>
          </p:nvPr>
        </p:nvSpPr>
        <p:spPr>
          <a:xfrm>
            <a:off x="894879" y="2163707"/>
            <a:ext cx="4513700" cy="3649133"/>
          </a:xfrm>
        </p:spPr>
        <p:txBody>
          <a:bodyPr/>
          <a:lstStyle/>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Information exposure risk did not significantly affect engagement</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Personal innovativeness did not significantly moderate the model</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Personal anxiety also did not significantly moderate the model</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Positive value signals were stronger than the expected risk effect</a:t>
            </a:r>
          </a:p>
        </p:txBody>
      </p:sp>
      <p:pic>
        <p:nvPicPr>
          <p:cNvPr id="5" name="Resim 4">
            <a:extLst>
              <a:ext uri="{FF2B5EF4-FFF2-40B4-BE49-F238E27FC236}">
                <a16:creationId xmlns:a16="http://schemas.microsoft.com/office/drawing/2014/main" id="{182A68C5-403A-B466-AA26-91BC4764B502}"/>
              </a:ext>
            </a:extLst>
          </p:cNvPr>
          <p:cNvPicPr>
            <a:picLocks noChangeAspect="1"/>
          </p:cNvPicPr>
          <p:nvPr/>
        </p:nvPicPr>
        <p:blipFill>
          <a:blip r:embed="rId3"/>
          <a:stretch>
            <a:fillRect/>
          </a:stretch>
        </p:blipFill>
        <p:spPr>
          <a:xfrm>
            <a:off x="5089394" y="3294963"/>
            <a:ext cx="6759741" cy="1054960"/>
          </a:xfrm>
          <a:prstGeom prst="rect">
            <a:avLst/>
          </a:prstGeom>
        </p:spPr>
      </p:pic>
    </p:spTree>
    <p:extLst>
      <p:ext uri="{BB962C8B-B14F-4D97-AF65-F5344CB8AC3E}">
        <p14:creationId xmlns:p14="http://schemas.microsoft.com/office/powerpoint/2010/main" val="2913686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0"/>
          <p:cNvSpPr txBox="1">
            <a:spLocks noGrp="1"/>
          </p:cNvSpPr>
          <p:nvPr>
            <p:ph type="title"/>
          </p:nvPr>
        </p:nvSpPr>
        <p:spPr>
          <a:xfrm>
            <a:off x="685801" y="609600"/>
            <a:ext cx="10131300" cy="14562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200"/>
              <a:buFont typeface="Play"/>
              <a:buNone/>
            </a:pPr>
            <a:r>
              <a:rPr lang="en-US" sz="3200" b="1" dirty="0">
                <a:latin typeface="Play"/>
                <a:ea typeface="Play"/>
                <a:cs typeface="Play"/>
                <a:sym typeface="Play"/>
              </a:rPr>
              <a:t>CONTRIBUTION OF THE PAPER</a:t>
            </a:r>
            <a:endParaRPr lang="en-US" dirty="0"/>
          </a:p>
        </p:txBody>
      </p:sp>
      <p:sp>
        <p:nvSpPr>
          <p:cNvPr id="2" name="Metin Yer Tutucusu 2">
            <a:extLst>
              <a:ext uri="{FF2B5EF4-FFF2-40B4-BE49-F238E27FC236}">
                <a16:creationId xmlns:a16="http://schemas.microsoft.com/office/drawing/2014/main" id="{30149497-F379-1F43-6B27-1391BBE9B624}"/>
              </a:ext>
            </a:extLst>
          </p:cNvPr>
          <p:cNvSpPr>
            <a:spLocks noGrp="1"/>
          </p:cNvSpPr>
          <p:nvPr>
            <p:ph type="body" idx="1"/>
          </p:nvPr>
        </p:nvSpPr>
        <p:spPr>
          <a:xfrm>
            <a:off x="894878" y="2163707"/>
            <a:ext cx="8978695" cy="3649133"/>
          </a:xfrm>
        </p:spPr>
        <p:txBody>
          <a:bodyPr/>
          <a:lstStyle/>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Extends the S-O-R model to a social-payment context</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Brings social value into continuance-use research</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Combines value and risk in one framework</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Highlights engagement as the key mechanism</a:t>
            </a:r>
          </a:p>
        </p:txBody>
      </p:sp>
    </p:spTree>
    <p:extLst>
      <p:ext uri="{BB962C8B-B14F-4D97-AF65-F5344CB8AC3E}">
        <p14:creationId xmlns:p14="http://schemas.microsoft.com/office/powerpoint/2010/main" val="2082514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0"/>
          <p:cNvSpPr txBox="1">
            <a:spLocks noGrp="1"/>
          </p:cNvSpPr>
          <p:nvPr>
            <p:ph type="title"/>
          </p:nvPr>
        </p:nvSpPr>
        <p:spPr>
          <a:xfrm>
            <a:off x="685801" y="609600"/>
            <a:ext cx="10131300" cy="14562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200"/>
              <a:buFont typeface="Play"/>
              <a:buNone/>
            </a:pPr>
            <a:r>
              <a:rPr lang="en-US" sz="3200" b="1" dirty="0">
                <a:latin typeface="Play"/>
                <a:ea typeface="Play"/>
                <a:cs typeface="Play"/>
                <a:sym typeface="Play"/>
              </a:rPr>
              <a:t>CHALLENGES AND CRITICAL EVALUATION</a:t>
            </a:r>
            <a:endParaRPr lang="en-US" dirty="0"/>
          </a:p>
        </p:txBody>
      </p:sp>
      <p:sp>
        <p:nvSpPr>
          <p:cNvPr id="2" name="Metin Yer Tutucusu 2">
            <a:extLst>
              <a:ext uri="{FF2B5EF4-FFF2-40B4-BE49-F238E27FC236}">
                <a16:creationId xmlns:a16="http://schemas.microsoft.com/office/drawing/2014/main" id="{30149497-F379-1F43-6B27-1391BBE9B624}"/>
              </a:ext>
            </a:extLst>
          </p:cNvPr>
          <p:cNvSpPr>
            <a:spLocks noGrp="1"/>
          </p:cNvSpPr>
          <p:nvPr>
            <p:ph type="body" idx="1"/>
          </p:nvPr>
        </p:nvSpPr>
        <p:spPr>
          <a:xfrm>
            <a:off x="894879" y="2163707"/>
            <a:ext cx="6546782" cy="3649133"/>
          </a:xfrm>
        </p:spPr>
        <p:txBody>
          <a:bodyPr/>
          <a:lstStyle/>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The study uses one country and one user group</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It is based on self-reported survey data</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It measures perceived security risk, not actual technical security</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Some reporting around risk paths deserves closer attention</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The data was collected before the 2024 discontinuation context discussed in the paper</a:t>
            </a:r>
          </a:p>
        </p:txBody>
      </p:sp>
      <p:pic>
        <p:nvPicPr>
          <p:cNvPr id="4" name="Resim 3" descr="daire içeren bir resim&#10;&#10;Yapay zeka tarafından oluşturulan içerik yanlış olabilir.">
            <a:extLst>
              <a:ext uri="{FF2B5EF4-FFF2-40B4-BE49-F238E27FC236}">
                <a16:creationId xmlns:a16="http://schemas.microsoft.com/office/drawing/2014/main" id="{A3EFB378-60FE-BCBD-7972-C201C1A2B90D}"/>
              </a:ext>
            </a:extLst>
          </p:cNvPr>
          <p:cNvPicPr>
            <a:picLocks noChangeAspect="1"/>
          </p:cNvPicPr>
          <p:nvPr/>
        </p:nvPicPr>
        <p:blipFill>
          <a:blip r:embed="rId3"/>
          <a:stretch>
            <a:fillRect/>
          </a:stretch>
        </p:blipFill>
        <p:spPr>
          <a:xfrm>
            <a:off x="7558393" y="2834677"/>
            <a:ext cx="4144656" cy="2307192"/>
          </a:xfrm>
          <a:prstGeom prst="rect">
            <a:avLst/>
          </a:prstGeom>
        </p:spPr>
      </p:pic>
      <p:sp>
        <p:nvSpPr>
          <p:cNvPr id="5" name="Google Shape;146;p19">
            <a:extLst>
              <a:ext uri="{FF2B5EF4-FFF2-40B4-BE49-F238E27FC236}">
                <a16:creationId xmlns:a16="http://schemas.microsoft.com/office/drawing/2014/main" id="{3D4EC141-0CFA-3B68-24A9-5F909585CFA5}"/>
              </a:ext>
            </a:extLst>
          </p:cNvPr>
          <p:cNvSpPr txBox="1">
            <a:spLocks/>
          </p:cNvSpPr>
          <p:nvPr/>
        </p:nvSpPr>
        <p:spPr>
          <a:xfrm>
            <a:off x="685800" y="6287100"/>
            <a:ext cx="10635000" cy="5709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1pPr>
            <a:lvl2pPr marL="914400" marR="0" lvl="1" indent="-342900" algn="l" rtl="0">
              <a:lnSpc>
                <a:spcPct val="100000"/>
              </a:lnSpc>
              <a:spcBef>
                <a:spcPts val="1000"/>
              </a:spcBef>
              <a:spcAft>
                <a:spcPts val="0"/>
              </a:spcAft>
              <a:buClr>
                <a:schemeClr val="lt1"/>
              </a:buClr>
              <a:buSzPts val="1800"/>
              <a:buFont typeface="Arial"/>
              <a:buChar char="•"/>
              <a:defRPr sz="16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1000"/>
              </a:spcBef>
              <a:spcAft>
                <a:spcPts val="0"/>
              </a:spcAft>
              <a:buClr>
                <a:schemeClr val="lt1"/>
              </a:buClr>
              <a:buSzPts val="1800"/>
              <a:buFont typeface="Arial"/>
              <a:buChar char="•"/>
              <a:defRPr sz="14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1000"/>
              </a:spcBef>
              <a:spcAft>
                <a:spcPts val="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1000"/>
              </a:spcBef>
              <a:spcAft>
                <a:spcPts val="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9pPr>
          </a:lstStyle>
          <a:p>
            <a:pPr marL="0" indent="0">
              <a:lnSpc>
                <a:spcPct val="80000"/>
              </a:lnSpc>
              <a:spcBef>
                <a:spcPts val="1000"/>
              </a:spcBef>
              <a:buSzPts val="902"/>
              <a:buFont typeface="Arial"/>
              <a:buNone/>
            </a:pPr>
            <a:r>
              <a:rPr lang="tr-TR" sz="1050" dirty="0" err="1">
                <a:latin typeface="Play"/>
                <a:ea typeface="Play"/>
                <a:cs typeface="Play"/>
                <a:sym typeface="Play"/>
              </a:rPr>
              <a:t>Stock</a:t>
            </a:r>
            <a:r>
              <a:rPr lang="tr-TR" sz="1050" dirty="0">
                <a:latin typeface="Play"/>
                <a:ea typeface="Play"/>
                <a:cs typeface="Play"/>
                <a:sym typeface="Play"/>
              </a:rPr>
              <a:t> </a:t>
            </a:r>
            <a:r>
              <a:rPr lang="tr-TR" sz="1050" dirty="0" err="1">
                <a:latin typeface="Play"/>
                <a:ea typeface="Play"/>
                <a:cs typeface="Play"/>
                <a:sym typeface="Play"/>
              </a:rPr>
              <a:t>photo</a:t>
            </a:r>
            <a:r>
              <a:rPr lang="tr-TR" sz="1050" dirty="0">
                <a:latin typeface="Play"/>
                <a:ea typeface="Play"/>
                <a:cs typeface="Play"/>
                <a:sym typeface="Play"/>
              </a:rPr>
              <a:t> </a:t>
            </a:r>
            <a:r>
              <a:rPr lang="tr-TR" sz="1050" dirty="0" err="1">
                <a:latin typeface="Play"/>
                <a:ea typeface="Play"/>
                <a:cs typeface="Play"/>
                <a:sym typeface="Play"/>
              </a:rPr>
              <a:t>source</a:t>
            </a:r>
            <a:r>
              <a:rPr lang="tr-TR" sz="1050" dirty="0">
                <a:latin typeface="Play"/>
                <a:ea typeface="Play"/>
                <a:cs typeface="Play"/>
                <a:sym typeface="Play"/>
              </a:rPr>
              <a:t>: https://www.shutterstock.com/search/cyber-security-finance</a:t>
            </a:r>
            <a:endParaRPr lang="en-US" sz="1050" dirty="0">
              <a:latin typeface="Play"/>
              <a:ea typeface="Play"/>
              <a:cs typeface="Play"/>
              <a:sym typeface="Play"/>
            </a:endParaRPr>
          </a:p>
        </p:txBody>
      </p:sp>
    </p:spTree>
    <p:extLst>
      <p:ext uri="{BB962C8B-B14F-4D97-AF65-F5344CB8AC3E}">
        <p14:creationId xmlns:p14="http://schemas.microsoft.com/office/powerpoint/2010/main" val="891075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0"/>
          <p:cNvSpPr txBox="1">
            <a:spLocks noGrp="1"/>
          </p:cNvSpPr>
          <p:nvPr>
            <p:ph type="title"/>
          </p:nvPr>
        </p:nvSpPr>
        <p:spPr>
          <a:xfrm>
            <a:off x="685801" y="609600"/>
            <a:ext cx="10131300" cy="14562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200"/>
              <a:buFont typeface="Play"/>
              <a:buNone/>
            </a:pPr>
            <a:r>
              <a:rPr lang="en-US" sz="3200" b="1" dirty="0">
                <a:latin typeface="Play"/>
                <a:ea typeface="Play"/>
                <a:cs typeface="Play"/>
                <a:sym typeface="Play"/>
              </a:rPr>
              <a:t>FINAL TAKEAWAYS</a:t>
            </a:r>
            <a:endParaRPr lang="en-US" dirty="0"/>
          </a:p>
        </p:txBody>
      </p:sp>
      <p:sp>
        <p:nvSpPr>
          <p:cNvPr id="2" name="Metin Yer Tutucusu 2">
            <a:extLst>
              <a:ext uri="{FF2B5EF4-FFF2-40B4-BE49-F238E27FC236}">
                <a16:creationId xmlns:a16="http://schemas.microsoft.com/office/drawing/2014/main" id="{30149497-F379-1F43-6B27-1391BBE9B624}"/>
              </a:ext>
            </a:extLst>
          </p:cNvPr>
          <p:cNvSpPr>
            <a:spLocks noGrp="1"/>
          </p:cNvSpPr>
          <p:nvPr>
            <p:ph type="body" idx="1"/>
          </p:nvPr>
        </p:nvSpPr>
        <p:spPr>
          <a:xfrm>
            <a:off x="894879" y="2163707"/>
            <a:ext cx="6546782" cy="3649133"/>
          </a:xfrm>
        </p:spPr>
        <p:txBody>
          <a:bodyPr/>
          <a:lstStyle/>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Continued use was driven mainly by value and engagement</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Social value mattered alongside functional value</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Perceived risk was weaker than expected in this study</a:t>
            </a:r>
            <a:endParaRPr lang="tr-TR" sz="1800" dirty="0">
              <a:solidFill>
                <a:schemeClr val="lt1"/>
              </a:solidFill>
              <a:latin typeface="Play"/>
              <a:ea typeface="Play"/>
              <a:cs typeface="Play"/>
              <a:sym typeface="Play"/>
            </a:endParaRPr>
          </a:p>
          <a:p>
            <a:pPr marL="285750" marR="0" lvl="0" indent="-285750" rtl="0">
              <a:lnSpc>
                <a:spcPct val="150000"/>
              </a:lnSpc>
              <a:spcBef>
                <a:spcPts val="0"/>
              </a:spcBef>
              <a:spcAft>
                <a:spcPts val="0"/>
              </a:spcAft>
              <a:buClr>
                <a:schemeClr val="lt1"/>
              </a:buClr>
              <a:buSzPts val="1800"/>
              <a:buFont typeface="Arial" panose="020B0604020202020204" pitchFamily="34" charset="0"/>
              <a:buChar char="•"/>
            </a:pPr>
            <a:r>
              <a:rPr lang="en-US" sz="1800" dirty="0">
                <a:solidFill>
                  <a:schemeClr val="lt1"/>
                </a:solidFill>
                <a:latin typeface="Play"/>
                <a:ea typeface="Play"/>
                <a:cs typeface="Play"/>
                <a:sym typeface="Play"/>
              </a:rPr>
              <a:t>In financial systems, perceived security and actual security are not the same</a:t>
            </a:r>
          </a:p>
        </p:txBody>
      </p:sp>
      <p:sp>
        <p:nvSpPr>
          <p:cNvPr id="5" name="Google Shape;146;p19">
            <a:extLst>
              <a:ext uri="{FF2B5EF4-FFF2-40B4-BE49-F238E27FC236}">
                <a16:creationId xmlns:a16="http://schemas.microsoft.com/office/drawing/2014/main" id="{3D4EC141-0CFA-3B68-24A9-5F909585CFA5}"/>
              </a:ext>
            </a:extLst>
          </p:cNvPr>
          <p:cNvSpPr txBox="1">
            <a:spLocks/>
          </p:cNvSpPr>
          <p:nvPr/>
        </p:nvSpPr>
        <p:spPr>
          <a:xfrm>
            <a:off x="685800" y="6287100"/>
            <a:ext cx="10635000" cy="5709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1pPr>
            <a:lvl2pPr marL="914400" marR="0" lvl="1" indent="-342900" algn="l" rtl="0">
              <a:lnSpc>
                <a:spcPct val="100000"/>
              </a:lnSpc>
              <a:spcBef>
                <a:spcPts val="1000"/>
              </a:spcBef>
              <a:spcAft>
                <a:spcPts val="0"/>
              </a:spcAft>
              <a:buClr>
                <a:schemeClr val="lt1"/>
              </a:buClr>
              <a:buSzPts val="1800"/>
              <a:buFont typeface="Arial"/>
              <a:buChar char="•"/>
              <a:defRPr sz="16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1000"/>
              </a:spcBef>
              <a:spcAft>
                <a:spcPts val="0"/>
              </a:spcAft>
              <a:buClr>
                <a:schemeClr val="lt1"/>
              </a:buClr>
              <a:buSzPts val="1800"/>
              <a:buFont typeface="Arial"/>
              <a:buChar char="•"/>
              <a:defRPr sz="14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1000"/>
              </a:spcBef>
              <a:spcAft>
                <a:spcPts val="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1000"/>
              </a:spcBef>
              <a:spcAft>
                <a:spcPts val="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lt1"/>
              </a:buClr>
              <a:buSzPts val="1800"/>
              <a:buFont typeface="Arial"/>
              <a:buChar char="•"/>
              <a:defRPr sz="1200" b="0" i="0" u="none" strike="noStrike" cap="none">
                <a:solidFill>
                  <a:schemeClr val="lt1"/>
                </a:solidFill>
                <a:latin typeface="Calibri"/>
                <a:ea typeface="Calibri"/>
                <a:cs typeface="Calibri"/>
                <a:sym typeface="Calibri"/>
              </a:defRPr>
            </a:lvl9pPr>
          </a:lstStyle>
          <a:p>
            <a:pPr marL="0" indent="0">
              <a:lnSpc>
                <a:spcPct val="80000"/>
              </a:lnSpc>
              <a:spcBef>
                <a:spcPts val="1000"/>
              </a:spcBef>
              <a:buSzPts val="902"/>
              <a:buFont typeface="Arial"/>
              <a:buNone/>
            </a:pPr>
            <a:r>
              <a:rPr lang="tr-TR" sz="1050" dirty="0" err="1">
                <a:latin typeface="Play"/>
                <a:ea typeface="Play"/>
                <a:cs typeface="Play"/>
                <a:sym typeface="Play"/>
              </a:rPr>
              <a:t>Stock</a:t>
            </a:r>
            <a:r>
              <a:rPr lang="tr-TR" sz="1050" dirty="0">
                <a:latin typeface="Play"/>
                <a:ea typeface="Play"/>
                <a:cs typeface="Play"/>
                <a:sym typeface="Play"/>
              </a:rPr>
              <a:t> </a:t>
            </a:r>
            <a:r>
              <a:rPr lang="tr-TR" sz="1050" dirty="0" err="1">
                <a:latin typeface="Play"/>
                <a:ea typeface="Play"/>
                <a:cs typeface="Play"/>
                <a:sym typeface="Play"/>
              </a:rPr>
              <a:t>photo</a:t>
            </a:r>
            <a:r>
              <a:rPr lang="tr-TR" sz="1050" dirty="0">
                <a:latin typeface="Play"/>
                <a:ea typeface="Play"/>
                <a:cs typeface="Play"/>
                <a:sym typeface="Play"/>
              </a:rPr>
              <a:t> </a:t>
            </a:r>
            <a:r>
              <a:rPr lang="tr-TR" sz="1050" dirty="0" err="1">
                <a:latin typeface="Play"/>
                <a:ea typeface="Play"/>
                <a:cs typeface="Play"/>
                <a:sym typeface="Play"/>
              </a:rPr>
              <a:t>source</a:t>
            </a:r>
            <a:r>
              <a:rPr lang="tr-TR" sz="1050" dirty="0">
                <a:latin typeface="Play"/>
                <a:ea typeface="Play"/>
                <a:cs typeface="Play"/>
                <a:sym typeface="Play"/>
              </a:rPr>
              <a:t>: https://www.vecteezy.com/vector-art/73545834-a-hand-holding-a-smartphone-displaying-a-secure-transaction-with-a-credit-card-and-lock-icon-representing-digital-banking-and-online-payments</a:t>
            </a:r>
            <a:endParaRPr lang="en-US" sz="1050" dirty="0">
              <a:latin typeface="Play"/>
              <a:ea typeface="Play"/>
              <a:cs typeface="Play"/>
              <a:sym typeface="Play"/>
            </a:endParaRPr>
          </a:p>
        </p:txBody>
      </p:sp>
      <p:pic>
        <p:nvPicPr>
          <p:cNvPr id="6" name="Resim 5" descr="ekran görüntüsü, tasarım, internet içeren bir resim&#10;&#10;Yapay zeka tarafından oluşturulan içerik yanlış olabilir.">
            <a:extLst>
              <a:ext uri="{FF2B5EF4-FFF2-40B4-BE49-F238E27FC236}">
                <a16:creationId xmlns:a16="http://schemas.microsoft.com/office/drawing/2014/main" id="{0457E558-1535-3D8C-ADD2-C3D8AA125D37}"/>
              </a:ext>
            </a:extLst>
          </p:cNvPr>
          <p:cNvPicPr>
            <a:picLocks noChangeAspect="1"/>
          </p:cNvPicPr>
          <p:nvPr/>
        </p:nvPicPr>
        <p:blipFill>
          <a:blip r:embed="rId3"/>
          <a:stretch>
            <a:fillRect/>
          </a:stretch>
        </p:blipFill>
        <p:spPr>
          <a:xfrm>
            <a:off x="7915479" y="2273773"/>
            <a:ext cx="3405321" cy="3405321"/>
          </a:xfrm>
          <a:prstGeom prst="rect">
            <a:avLst/>
          </a:prstGeom>
        </p:spPr>
      </p:pic>
    </p:spTree>
    <p:extLst>
      <p:ext uri="{BB962C8B-B14F-4D97-AF65-F5344CB8AC3E}">
        <p14:creationId xmlns:p14="http://schemas.microsoft.com/office/powerpoint/2010/main" val="2568034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1"/>
          <p:cNvSpPr txBox="1">
            <a:spLocks noGrp="1"/>
          </p:cNvSpPr>
          <p:nvPr>
            <p:ph type="title"/>
          </p:nvPr>
        </p:nvSpPr>
        <p:spPr>
          <a:xfrm>
            <a:off x="1030287" y="2700866"/>
            <a:ext cx="10131425" cy="1456267"/>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lt1"/>
              </a:buClr>
              <a:buSzPts val="3200"/>
              <a:buFont typeface="Play"/>
              <a:buNone/>
            </a:pPr>
            <a:r>
              <a:rPr lang="en-US" sz="3200" b="1">
                <a:latin typeface="Play"/>
                <a:ea typeface="Play"/>
                <a:cs typeface="Play"/>
                <a:sym typeface="Play"/>
              </a:rPr>
              <a:t>THANKS FOR LISTENING!</a:t>
            </a:r>
            <a:endParaRPr sz="3200" b="1">
              <a:latin typeface="Play"/>
              <a:ea typeface="Play"/>
              <a:cs typeface="Play"/>
              <a:sym typeface="Play"/>
            </a:endParaRPr>
          </a:p>
        </p:txBody>
      </p:sp>
    </p:spTree>
  </p:cSld>
  <p:clrMapOvr>
    <a:masterClrMapping/>
  </p:clrMapOvr>
</p:sld>
</file>

<file path=ppt/theme/theme1.xml><?xml version="1.0" encoding="utf-8"?>
<a:theme xmlns:a="http://schemas.openxmlformats.org/drawingml/2006/main" name="Celestial">
  <a:themeElements>
    <a:clrScheme name="Celestial">
      <a:dk1>
        <a:srgbClr val="000000"/>
      </a:dk1>
      <a:lt1>
        <a:srgbClr val="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TotalTime>
  <Words>2078</Words>
  <Application>Microsoft Office PowerPoint</Application>
  <PresentationFormat>Geniş ekran</PresentationFormat>
  <Paragraphs>83</Paragraphs>
  <Slides>13</Slides>
  <Notes>13</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13</vt:i4>
      </vt:variant>
    </vt:vector>
  </HeadingPairs>
  <TitlesOfParts>
    <vt:vector size="17" baseType="lpstr">
      <vt:lpstr>Play</vt:lpstr>
      <vt:lpstr>Arial</vt:lpstr>
      <vt:lpstr>Calibri</vt:lpstr>
      <vt:lpstr>Celestial</vt:lpstr>
      <vt:lpstr>Chat, Tap, Scan, Pay, and Repeat: WeChat Pay’s Continuous Usage Intention Through the S-O-R Model</vt:lpstr>
      <vt:lpstr>WHY IS THIS TOPIC IMPORTANT?</vt:lpstr>
      <vt:lpstr>WHY WeChat PAY? WHY MALAYSIA?</vt:lpstr>
      <vt:lpstr>STATE OF THE ART</vt:lpstr>
      <vt:lpstr>THEORETICAL LENS: S-O-R MODEL</vt:lpstr>
      <vt:lpstr>RESEARCH MODEL</vt:lpstr>
      <vt:lpstr>METHODOLOGY</vt:lpstr>
      <vt:lpstr>MAIN FINDINGS</vt:lpstr>
      <vt:lpstr>SURPRISING FINDINGS</vt:lpstr>
      <vt:lpstr>CONTRIBUTION OF THE PAPER</vt:lpstr>
      <vt:lpstr>CHALLENGES AND CRITICAL EVALUATION</vt:lpstr>
      <vt:lpstr>FINAL TAKEAWAYS</vt:lpstr>
      <vt:lpstr>THANKS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Mustafa Can Çalışkan</cp:lastModifiedBy>
  <cp:revision>20</cp:revision>
  <dcterms:modified xsi:type="dcterms:W3CDTF">2026-04-12T13:04:02Z</dcterms:modified>
</cp:coreProperties>
</file>